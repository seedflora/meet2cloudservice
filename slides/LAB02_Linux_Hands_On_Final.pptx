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43"/>
    <p:sldId id="293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3097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2.png"/><Relationship Id="rId10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3.png"/><Relationship Id="rId7" Type="http://schemas.openxmlformats.org/officeDocument/2006/relationships/image" Target="../media/image9.png"/><Relationship Id="rId8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2   |   DEMO 90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HANDS-ON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FUNDAMENTALS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Navigasi, file dan log, permission, pipe, klasifikasi HTTP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2  |  LINUX FUNDAMENTALS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Praktikum 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Linux umum; tugas inti pada slide 32-36 dan modul repo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DIPELAJARI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Basics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Bash (Git Bash, WSL, Linux, macOS, Codespaces)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64408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1729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workspace dengan setup.sh dan inspeksi file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31336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73989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 pwd, cd, ls, head, tail, grep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398264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3068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artefak cp, mv, touch, pipe, redirect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965192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48737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check-status.sh dan baca izin execute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532120"/>
            <a:ext cx="320040" cy="32004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344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verify.sh sampai 0 gagal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5" name="Text 15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Dikumpul</a:t>
            </a:r>
            <a:endParaRPr lang="en-US" sz="1100" dirty="0"/>
          </a:p>
        </p:txBody>
      </p:sp>
      <p:sp>
        <p:nvSpPr>
          <p:cNvPr id="26" name="Text 16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URL repo pribadi meet2CloudService
2. workspace/ berisi lima artefak tugas
3. check-status.sh dan Hasil: 0 gagal
4. hasil/lab02.md dan bukti screenshot
5. Jawaban lima pertanyaan modul mahasiswa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kumpul mengikuti LMS/dosen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Pra-requisite - Pilih 1 Path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Bash yang tersedia; Git Bash cukup untuk lab inti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1508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94360" y="1783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40080" y="246888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WSL2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2834640"/>
            <a:ext cx="3337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Git Bash paling cepat; WSL2 juga didukung.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4114800"/>
            <a:ext cx="333756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yang sudah siap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40080" y="457200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Pros: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0080" y="48006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Bash siap pakai
+ File kerja lokal
+ Tidak perlu Docker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0080" y="5806440"/>
            <a:ext cx="333756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" y="5806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JALUR VALID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29768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297680" y="1417320"/>
            <a:ext cx="3703320" cy="9144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434840" y="1508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434840" y="1783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4480560" y="246888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Native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480560" y="2834640"/>
            <a:ext cx="3337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BSD Unix-based - terminal sudah ada di Applications/Utilities.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480560" y="4114800"/>
            <a:ext cx="333756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48056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0 menit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480560" y="457200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Pros: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4480560" y="48006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Sudah install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Familiar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BSD = mostly compatible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480560" y="5806440"/>
            <a:ext cx="333756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297680" y="5806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- START HERE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813816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138160" y="1417320"/>
            <a:ext cx="3703320" cy="914400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275320" y="1508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8275320" y="1783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OS</a:t>
            </a:r>
            <a:endParaRPr lang="en-US" sz="2200" dirty="0"/>
          </a:p>
        </p:txBody>
      </p:sp>
      <p:sp>
        <p:nvSpPr>
          <p:cNvPr id="38" name="Text 34"/>
          <p:cNvSpPr/>
          <p:nvPr/>
        </p:nvSpPr>
        <p:spPr>
          <a:xfrm>
            <a:off x="8321040" y="246888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8321040" y="2834640"/>
            <a:ext cx="3337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full di browser - pakai akun GitHub Anda dari Praktikum 1.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8321040" y="4114800"/>
            <a:ext cx="333756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32104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2 menit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8321040" y="457200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Pros: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8321040" y="48006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Browser Linux  | + Akses repo GitHub  | + Alternatif jika lokal macet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01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Linux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path Anda + ikuti setup sebelum 15 menit pertama habis.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- WSL2 Install (Windows 10/11)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Sekali install, dipakai selamanya. Butuh ~15 menit.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- run as Administrator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Klik Start -&gt; ketik 'PowerShell'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Klik kanan -&gt; 'Run as administrator'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WSL + Ubuntu (default):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PS&gt;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wsl --install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Installing: Virtual Machine Platform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Installing: Windows Subsystem for 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Installing: Ubuntu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requested operation is successful.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Changes will not be effective until reboot.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REBOOT laptop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PS&gt;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Restart-Computer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Setelah reboot - Ubuntu auto-launch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Pertama kali butuh ~2 menit setup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Isi user + password Linux: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new UNIX username: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password: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********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 to Ubuntu 24.04 LTS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budi@laptop:~$ _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Berhasil</a:t>
            </a:r>
            <a:endParaRPr lang="en-US" sz="14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1488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58000" y="20756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Ubuntu terbuka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858000" y="23500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Prompt: user@hostname:~$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78892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58000" y="27157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versi Ubuntu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858000" y="29900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lsb_release -a</a:t>
            </a:r>
            <a:endParaRPr lang="en-US" sz="9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2900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858000" y="3355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versi WSL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6858000" y="36301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PS&gt; wsl --version</a:t>
            </a:r>
            <a:endParaRPr lang="en-US" sz="9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069080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858000" y="3995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package list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6858000" y="4270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update</a:t>
            </a:r>
            <a:endParaRPr lang="en-US" sz="95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709160"/>
            <a:ext cx="320040" cy="32004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858000" y="46360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'WSL2 requires Hyper-V'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858000" y="49103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BIOS -&gt; enable virtualization (VT-x)</a:t>
            </a:r>
            <a:endParaRPr lang="en-US" sz="95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5349240"/>
            <a:ext cx="320040" cy="32004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6858000" y="52760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bingung, panggil dosen</a:t>
            </a:r>
            <a:endParaRPr lang="en-US" sz="1100" dirty="0"/>
          </a:p>
        </p:txBody>
      </p:sp>
      <p:sp>
        <p:nvSpPr>
          <p:cNvPr id="36" name="Text 26"/>
          <p:cNvSpPr/>
          <p:nvPr/>
        </p:nvSpPr>
        <p:spPr>
          <a:xfrm>
            <a:off x="6858000" y="5550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Hubungi dosen atau kanal LMS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- macOS / Path C - GitHub Codespaces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sudah punya terminal; Codespaces dapat dipakai dari repo pribadi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B - macOS Terminal (Mac users)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Cmd + Space &gt; Terminal
#    Atau Applications &gt; Utilities &gt; Terminal
# 2. Periksa shell dan Bash
echo $SHELL
bash --version
# 3. Clone repo pribadi Lab 02
git clone https://github.com/USERNAME/NAMA-REPO.git
cd NAMA-REPO
# 4. Buat data latihan
bash scripts/setup.sh
bash scripts/inspect.sh
# Utilitas bawaan macOS cukup untuk tugas inti.</a:t>
            </a:r>
            <a:endParaRPr lang="en-US" sz="13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C - GitHub Codespaces (Backup)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repo pribadi meet2CloudService di GitHub.
# 2. Buka Codespace untuk repo itu dari menu Code.
# 3. Di VS Code browser, buka Terminal &gt; New Terminal.
# 4. Pastikan pwd menunjuk root repo Lab 02.
# 5. Jalankan bash scripts/setup.sh dan inspect.sh.
# 6. Simpan hasil dengan git commit/push.
Kuota dan batas waktu Codespaces mengikuti akun Anda.
Hentikan Codespace setelah kelas bila tidak dipakai.</a:t>
            </a:r>
            <a:endParaRPr lang="en-US" sz="13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02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Ops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sv-SE" sz="1400" i="1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Pengayaan konsep Linux; tugas inti dan bukti ada di slide 32-36.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1 - Navigation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pwd, ls, cd - command yang paling sering dipakai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Ketik command satu per satu, observe output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Cek lokasi sekarang (Print Working Directory)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/home/budi  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ini home directory Anda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Lihat isi folder current (List)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  Documents  Downloads  Music  Pictures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ls dengan detail (long format) + hidden file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-la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 5 budi budi  4096 May 16 10:00 .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22 root root  4096 May 16 09:50 ..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 1 budi budi   220 May 16 09:50 .bashrc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 1 budi budi   807 May 16 09:50 .profile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Pindah ke folder (Change Directory)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Documents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/home/budi/Documents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Shortcut yang sering dipakai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naik 1 level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balik ke home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-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balik ke folder sebelumnya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ke root filesystem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2 - Create &amp; Manipulasi File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mkdir, touch, cat, echo, cp, mv, rm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Bagian A - Create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Pastikan di home dulu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Buat folder baru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Buat file kosong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Isi file dengan echo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"Hello Linux!" &gt;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Append (tambah baris) - pakai &gt;&gt;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"Praktikum 2" &gt;&gt;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"Nama: [Anda]" &gt;&gt;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Lihat isi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Linux!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Praktikum 2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Nama: [Anda]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Bagian B - Copy, Move, Delete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Copy file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notes.txt notes-backup.txt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notes-backup.txt 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Rename / Move file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 notes-backup.txt 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backup.txt 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Buat subfolder + pindahkan file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arsip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 backup.txt arsip/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arsip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Hapus file - HATI-HATI no undo!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arsip/backup.txt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Hapus folder (kosong)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rmdir arsip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Hapus folder + isinya: rm -r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JANGAN PERNAH: rm -rf /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3 - Baca File (8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docs/ dan logs/ dari repo; tidak perlu unduh data eksternal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latihan dibuat oleh scripts/setup.sh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Dari root repo pribadi Lab 02
bash scripts/setup.sh
cd workspace
# 1. Baca file kecil
cat docs/readme.txt
# 2. Awal CSV dan akhir log
head -n 2 docs/requests.csv
tail -n 2 logs/app.log
# 3. Pembaca bertahap (tekan q untuk keluar)
less logs/app.log
# 4. Pilih baris error
grep 'ERROR' logs/app.log
# Path relatif dihitung dari workspace/</a:t>
            </a:r>
            <a:endParaRPr lang="en-US" sz="13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4 - Edit File dengan nano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 = editor termudah. vim untuk yang sudah comfortable.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- editor terminal beginner-friendly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Buka file dengan nano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Layar editor terbuka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+-----------------------------+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GNU nano 7.2     notes.txt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          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Hello Linux!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Praktikum 2 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Nama: [Anda]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          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^G Help  ^X Exit  ^O Save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+-----------------------------+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text seperti biasa (arrow keys)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Tambah baris: NIM: [Anda]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Shortcut PENTING: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Ctrl+O = save file (write Out)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Ctrl+X = exit nano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Ctrl+K = cut line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Ctrl+W = search (Where)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Ctrl+G = help screen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Symbol ^ di nano = Ctrl key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- vim Quick Survival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0" y="1920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 lebih powerful tapi steep learning curve - basic survival kit: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00800" y="24688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3796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 file.txt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2296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file dengan vim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400800" y="29260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537960" y="2926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229600" y="2926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 INSERT mode (bisa ketik)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400800" y="33832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796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229600" y="3383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Kembali ke NORMAL mode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400800" y="38404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53796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:w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229600" y="3840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file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6400800" y="42976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537960" y="4297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:q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229600" y="42976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(kalau ada perubahan: q!)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400800" y="47548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537960" y="4754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:wq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8229600" y="4754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&amp; quit sekaligus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400800" y="52120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537960" y="5212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/text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8229600" y="5212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'text'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400800" y="56692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537960" y="5669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8229600" y="5669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1 line di NORMAL mode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Ownership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siapa bisa read/write/execute file - foundation security Linux.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5 - Anatomi 'ls -l' Output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karakter di kolom permission punya arti spesifik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output - dari command sebelumnya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 1  budi  budi  47  May 16 10:00 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|       |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|       |          file name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|       last modified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size (bytes)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group owner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user owner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number of hard links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+--+--+--+--- permissions (10 char)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3611880"/>
            <a:ext cx="11247120" cy="2651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3703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10 Karakter Permission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" y="416052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" y="4160520"/>
            <a:ext cx="137160" cy="4572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8680" y="4160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1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1874520" y="4160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26280" y="420624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52628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577840" y="41605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= file, d = directory, l = symlink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40080" y="466344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0080" y="4663440"/>
            <a:ext cx="13716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8680" y="4663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2-4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1874520" y="4663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(User)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26280" y="470916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526280" y="4709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rw-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5577840" y="46634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r=read, w=write, x=execute (- = no permission)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5166360"/>
            <a:ext cx="137160" cy="45720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8680" y="5166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5-7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1874520" y="5166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526280" y="521208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26280" y="5212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r--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5577840" y="51663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untuk anggota group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40080" y="5669280"/>
            <a:ext cx="13716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68680" y="5669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8-10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187452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(everyone)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4526280" y="571500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526280" y="5715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r--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5577840" y="5669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untuk semua user lain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6 - chmod &amp; chown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permission + ownership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- dua cara: symbolic atau octal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Cek permission awal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-rw-r--r-- 1 budi budi 47 ...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CARA 1: Symbolic (mudah dibaca)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u+x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User: tambah execute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g-r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Group: hapus read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o=rw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Others: set jadi rw saja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CARA 2: Octal (lebih cepat ketik)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644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rw-r--r-- (default file)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755 script.sh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rwxr-xr-x (default script)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700 secret.txt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rwx------ (private)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777 public/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rwxrwxrwx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HINDARI 777 - terlalu open!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Octal Permission Cheat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digit = rwx jadi binary 4+2+1: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0" y="242316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37960" y="2423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040880" y="2423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909560" y="2423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rwx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778240" y="2423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access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400800" y="283464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53796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7040880" y="2834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909560" y="2834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rw-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8778240" y="2834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+ write (default file)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400800" y="324612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37960" y="3246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7040880" y="3246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7909560" y="3246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r-x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32461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+ execute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400800" y="365760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537960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3"/>
          <p:cNvSpPr/>
          <p:nvPr/>
        </p:nvSpPr>
        <p:spPr>
          <a:xfrm>
            <a:off x="7040880" y="3657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7909560" y="3657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r--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87782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6400800" y="406908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537960" y="4069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7040880" y="4069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7909560" y="4069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8778240" y="4069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6400800" y="4572000"/>
            <a:ext cx="5120640" cy="1554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709160"/>
            <a:ext cx="365760" cy="365760"/>
          </a:xfrm>
          <a:prstGeom prst="rect">
            <a:avLst/>
          </a:prstGeom>
        </p:spPr>
      </p:pic>
      <p:sp>
        <p:nvSpPr>
          <p:cNvPr id="47" name="Text 42"/>
          <p:cNvSpPr/>
          <p:nvPr/>
        </p:nvSpPr>
        <p:spPr>
          <a:xfrm>
            <a:off x="6949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chown - ganti owner (perlu sudo)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6537960" y="5074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chown user:group file.txt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chown -R budi:budi folder/   # -R = rekursif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04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Info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apa yang jalan + resource laptop sedang dipakai.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7 - Process Management (8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ps, top, kill - lihat program jalan + stop yang nyangkut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- process snapshot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Lihat process Anda (user current)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PID TTY      TIME CMD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1234 pts/0    00:00:00 bash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5678 pts/0    00:00:00 ps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Semua process di sistem (BSD style)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aux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 PID  %CPU  %MEM  COMMAND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 1    0.0   0.1   /sbin/init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budi  1234 0.5   2.1   bash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Filter pakai grep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aux | grep firefox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cari process firefox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Kill process by PID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1234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signal SIGTERM (15) - polite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-9 1234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SIGKILL - force, no cleanup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Kill by name (semua matching)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killall firefox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- real-time process monitor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Buka real-time process viewer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- 10:00:00 up 2:30  load avg: 0.5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Tasks: 145 total, 1 running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%Cpu(s): 12.3 us, 5.1 sy, 0.0 ni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MiB Mem: 8000.0 total, 3200.5 free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PID USER %CPU %MEM COMMAND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1234 budi 25.0  5.2  firefox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5678 budi 10.5  2.1  node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9012 root  2.0  0.5  systemd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Sortir / filter di top: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quit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sort by Memory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sort by CPU (default)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kill process (ketik PID)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filter by user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htop - top yang lebih cantik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htop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htop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8 - Disk &amp; Memory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df, du, free - cek storage + RAM sistem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Disk usage + memory info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df - DISK FREE - kapasitas partition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-h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  Size  Used  Avail  Use%  Mounted 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/dev/sda1   100G  45G   55G    45%   /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tmpfs       4.0G  10M   3.9G   1%    /dev/shm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-h = human readable (GB, MB), tanpa -h = bytes mentah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du - DISK USAGE - ukuran folder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 -sh ~/prak2-linux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248K  /home/budi/prak2-linux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-s = summary (total), -h = human readable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du tiap subfolder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 -sh ~/* | sort -h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4.0K  /home/budi/Desktop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248K  /home/budi/prak2-linux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1.2G  /home/budi/Downloads  &lt;- biang kerok!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free - RAM usage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-h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 used  free  shared  buff/cache  available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   7.7G   3.2G  1.5G  256M    3.0G        4.1G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Swap:   2.0G   0B    2.0G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uptime - sudah berapa lama nyala + load average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uptime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10:00:00 up 2:30, 1 user, load average: 0.45, 0.32, 0.28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05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Redirects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command jadi pipeline - power user move.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9 - Pipes (|) &amp; Redirects (&gt;, &gt;&gt;, &lt;)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workspace/: olah log latihan tanpa proses lain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menulis ulang, &gt;&gt; menambah, &lt; membaca input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Dari root repo: bash scripts/setup.sh
cd workspace
# &gt; memilih error dan menyimpan hasil
grep 'ERROR' logs/app.log &gt; results/errors.txt
cat results/errors.txt  # dua baris
# &gt;&gt; menambah catatan pada akhir file
printf 'Perlu cek endpoint.\n' &gt;&gt; results/incident.txt
# &lt; memberi file sebagai stdin
wc -l &lt; logs/app.log  # lima baris
# 2&gt; memisahkan pesan error dari stdout
ls /tidak-ada 2&gt; results/command-error.txt</a:t>
            </a:r>
            <a:endParaRPr lang="en-US" sz="125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 (|): output kiri menjadi input kanan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Jumlah baris WARN untuk tugas inti
grep 'WARN' logs/app.log | wc -l &gt; results/warn-count.txt
cat results/warn-count.txt  # 2
# Hitung ERROR tanpa mengubah sumber
grep 'ERROR' logs/app.log | wc -l  # 2
# Bandingkan dengan redirection &gt;
# Pipe mengirim data antaraproses.
# &gt; menyimpan stdout ke berkas hasil.
# &gt;&gt; menambah pada akhir berkas lama.
# Lihat hasil: find results -type f | sort</a:t>
            </a:r>
            <a:endParaRPr lang="en-US" sz="125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10 - grep Power Use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INFO, WARN, ERROR dan status dari logs/app.log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Variasi grep pada data asli Lab 02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Dari workspace/ sesudah setup.sh
# 1. Pilih dua error
grep 'ERROR' logs/app.log
# 2. Abaikan kapitalisasi
grep -i 'warn' logs/app.log
# 3. Hitung baris ERROR
grep -c 'ERROR' logs/app.log  # 2
# 4. Tampilkan nomor baris
grep -n 'ERROR' logs/app.log
# 5. Kecualikan INFO
grep -v 'INFO' logs/app.log
# 6. Pilih status 4xx atau 5xx di akhir baris
grep -E ' (4[0-9]{2}|5[0-9]{2})$' logs/app.log</a:t>
            </a:r>
            <a:endParaRPr lang="en-US" sz="125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06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tugas berulang - foundation untuk DevOps.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11 - Hello World Bash Script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= sequence of commands di 1 file - ekekusi sekaligus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+ run first bash script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Buka editor untuk file baru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hello.sh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Isi file (paste dari kanan -&gt;)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Ctrl+O save, Ctrl+X exit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Run cara 1: pakai bash interpreter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hello.sh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Linux!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Sekarang: Thu May 16 10:00:00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budi  -  Folder: /home/budi/prak2-linux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Run cara 2: jadikan executable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hello.sh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./hello.sh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./ = run dari current folder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Linux!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Bedanya: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bash hello.sh = pakai interpreter manual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./hello.sh = OS baca shebang line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hello.sh - isi file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^^^ Shebang line - WAJIB di baris 1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Bilang OS: pakai bash untuk run ini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 ke layar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"Hello, Linux!"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Pakai command - hasil di-inject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"Sekarang: $(date '+%a %b %d %H:%M:%S')"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Pakai environment variable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"User: $USER  -  Folder: $PWD"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 kustom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name="BINUS"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"Selamat belajar di $name!"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Exit dengan status code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0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= success, lainnya = error code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12 - Variables + if + for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control dasar - hampir semua script perlu ini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backup.sh - script praktikal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Script backup - copy file .txt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 folder backup-[tanggal]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SOURCE_DIR="$HOME/prak2-linux"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DATE=$(date +%Y%m%d)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BACKUP_DIR="$HOME/backups/$DATE"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Cek folder source ada?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[ ! -d "$SOURCE_DIR" ]; then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"Error: $SOURCE_DIR not found"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exit 1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Buat folder backup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"$BACKUP_DIR"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semua file .txt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file in $SOURCE_DIR/*.txt; do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cp "$file" "$BACKUP_DIR/"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"Backed up: $(basename $file)"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Summary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count=$(ls $BACKUP_DIR | wc -l)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"Done! $count file di $BACKUP_DIR"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+ verify backup.sh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Buat dulu sample file 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"file 1" &gt; test1.txt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"file 2" &gt; test2.txt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Save backup.sh + permission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backup.sh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paste isi dari kiri, save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backup.sh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./backup.sh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Backed up: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Backed up: test1.txt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Backed up: test2.txt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Done! 3 file di /home/budi/backups/20260516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~/backups/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20260516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~/backups/20260516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  test1.txt  test2.txt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07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Submission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inti memakai check-status.sh dan verifier dari repo Lab 02.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challenge - check-status.sh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HTTP 1xx/2xx/3xx/4xx-5xx dan tolak input salah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Isi workspace/scripts/check-status.sh; cek kunci di modul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#!/usr/bin/env bash
set -euo pipefail
code="${1:-}"
if [[ ! "$code" =~ ^[1-5][0-9][0-9]$ ]]; then
  printf 'Usage: check-status.sh &lt;HTTP-code&gt;\n' &gt;&amp;2
  exit 2
elif (( code &lt; 200 )); then
  printf 'INFO: HTTP %s\n' "$code"
elif (( code &lt; 300 )); then
  printf 'OK: HTTP %s\n' "$code"
elif (( code &lt; 400 )); then
  printf 'REDIRECT: HTTP %s\n' "$code"
else
  printf 'ALERT: HTTP %s\n' "$code"
fi
# Dari root repo: bash scripts/verify.sh -&gt; 0 gagal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02: hasil/lab02.md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 hasil/TEMPLATE_LAPORAN.md dan isi hasil kerja pribadi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02 - LINUX DAN BASH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Nama: ___________________________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21792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NIM: ___________________________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080" y="2423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Lingkungan dan path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7724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Shell: __________  Path root repo: _______________________________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" y="3063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Lima artefak file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77240" y="3337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cp, mv, touch, errors.txt, warn-count.txt: jelaskan perintah dan hasil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0080" y="3703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Script klasifikasi HTTP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77240" y="3977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103=INFO, 200=OK, 302=REDIRECT, 503=ALERT, 99=exit 2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40080" y="4343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Hasil verifier dan refleksi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777240" y="46177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l-NL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____ gagal; jelaskan pipe, redirect, dan chmod u+x.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77240" y="4892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77240" y="5166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777240" y="5440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772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Lampiran: screenshot setup, artefak, hasil 0 gagal, serta jawaban modul.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formatif Praktikum 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pembobotan; dosen dapat menyesuaikan dengan LMS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383280" y="14173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contoh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29768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(A)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7665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(B)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Work (C)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1874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1874520"/>
            <a:ext cx="137160" cy="8229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7240" y="1874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+ artefak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832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30%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29768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benar, lima artefak lengkap, hasil grep dan WARN = 2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76656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benar, sebagian artefak perlu koreksi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Workspace/artefak tidak dapat diverifikasi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57200" y="274320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2743200"/>
            <a:ext cx="137160" cy="8229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check-status.sh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383280" y="2743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29768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kelas HTTP tepat, input salah exit 2, dapat menjelaskan logika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766560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benar dengan penjelasan kurang lengkap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14400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 tidak jalan atau hasil salah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57200" y="36118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7200" y="3611880"/>
            <a:ext cx="137160" cy="82296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77240" y="3611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+ izin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3383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15%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429768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0 gagal dan chmod u+x dipahami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76656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mendekati lulus; izin belum jelas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914400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Banyak FAIL atau execute bit tidak ada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57200" y="448056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480560"/>
            <a:ext cx="13716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77240" y="4480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Git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338328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1400" dirty="0"/>
          </a:p>
        </p:txBody>
      </p:sp>
      <p:sp>
        <p:nvSpPr>
          <p:cNvPr id="41" name="Text 37"/>
          <p:cNvSpPr/>
          <p:nvPr/>
        </p:nvSpPr>
        <p:spPr>
          <a:xfrm>
            <a:off x="429768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hasil/lab02.md, bukti, commit, dan riwayat jelas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676656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i-FI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ada tetapi bukti kurang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914400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atau commit belum ada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457200" y="53492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57200" y="5349240"/>
            <a:ext cx="1371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77240" y="5349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Refleksi Konseptual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3383280" y="5349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429768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Tunjukkan paham WHY bukan cuma HOW (mis. kenapa chmod 755)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6766560" y="5349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 HOW tapi belum WHY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914400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dapat menjelaskan alasan di balik command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Kumpulkan melalui repo pribadi dan kanal kelas yang ditetapkan dosen.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Common Pitfalls - Hindari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sering bikin stuck atau nilai turun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chmod +x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Bikin script lalu ./script.sh - 'Permission denied'.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152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chmod +x script.sh dulu sebelum ./script.sh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3484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vs sh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8056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'sh script.sh' padahal ada syntax bash specific - error.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48056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'bash script.sh' atau ./script.sh dengan shebang #!/bin/bash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13816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7532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Spasi di if condition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32104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'if [$x = 5]' - error syntax. Bash sensitif spasi.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32104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1248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pakai spasi: 'if [ $x = 5 ]' (spasi di dalam bracket)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20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9436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dalam quotes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4008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'Hello $USER' tidak expand variable - print literal '$USER'.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152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double quotes: echo "Hello $USER" untuk variable expansion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29768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43484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tanpa konfirmasi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48056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-rf folder/ - hapus semua tanpa undo. Hilang selamanya.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48056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57200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rm -i untuk konfirmasi, atau ls dulu untuk verify path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13816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27532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redirect 2&gt;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832104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stdout tapi error muncul di screen - script lihat clean.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2104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841248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&amp;&gt; log.txt untuk capture stdout + stderr sekaligus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- Linux Command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tempel - sering dipakai dari Praktikum 3 dan seterusnya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 - lokasi current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-la - list detail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folder - pindah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 - naik 1 level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 - ke home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- - folder lalu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64992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547872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 file.txt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folder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src dest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 src dest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file (-r folder)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rmdir empty-folder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72784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455664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file - all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 file - paginate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 -n 5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-n 5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file - follow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 -l file - count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180576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9363456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- lihat perm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644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755 script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chown user:grp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- root access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57200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40080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aux - all proc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/ htop - live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PID - polite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-9 PID - force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killall name - by name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 - stop current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3364992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Redirect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3547872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&gt; file - save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&gt;&gt; file - append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&lt; file - input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cmd1 | cmd2 - chain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2&gt; err.log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&amp;&gt; all.log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272784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455664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 - shebang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VAR=value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"$VAR"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[ test ]; then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list; do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0 - success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9180576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 Avoid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9363456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dulu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Spasi di [ ]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quotes "$"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-i konfirmasi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path dulu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 before edit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90 Menit - Alur Lab 02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panduan dosen untuk checkpoint dan kunci lengkap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37160" cy="713232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" y="1554480"/>
            <a:ext cx="1463040" cy="4572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0-10 min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16002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92608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dan working directory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2926080" y="17830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Git Bash/WSL/Linux/macOS/Codespaces; pwd dan jelaskan path.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57200" y="2212848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2212848"/>
            <a:ext cx="137160" cy="7132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2350008"/>
            <a:ext cx="1463040" cy="45720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7724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10-20 min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239572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926080" y="2258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dan inspect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2926080" y="2578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scripts/setup.sh dan inspect.sh; cek WARN = 2.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57200" y="3008376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200" y="3008376"/>
            <a:ext cx="137160" cy="713232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3145536"/>
            <a:ext cx="146304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77240" y="31455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20-35 min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3160" y="3191256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2926080" y="305409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Navigasi dan log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2926080" y="3374136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cd, ls, find, head, tail, grep; baca path relatif dan izin.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3803904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3803904"/>
            <a:ext cx="137160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77240" y="3941064"/>
            <a:ext cx="14630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777240" y="39410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35-50 min</a:t>
            </a:r>
            <a:endParaRPr lang="en-US" sz="11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3986784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2926080" y="384962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artefak file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2926080" y="416966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cp, mv, touch, grep &gt;, grep | wc -l &gt;; cek output.</a:t>
            </a:r>
            <a:endParaRPr lang="en-US" sz="950" dirty="0"/>
          </a:p>
        </p:txBody>
      </p:sp>
      <p:sp>
        <p:nvSpPr>
          <p:cNvPr id="38" name="Shape 30"/>
          <p:cNvSpPr/>
          <p:nvPr/>
        </p:nvSpPr>
        <p:spPr>
          <a:xfrm>
            <a:off x="457200" y="4599432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57200" y="4599432"/>
            <a:ext cx="137160" cy="7132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77240" y="4736592"/>
            <a:ext cx="146304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777240" y="47365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50-68 min</a:t>
            </a:r>
            <a:endParaRPr lang="en-US" sz="11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4782312"/>
            <a:ext cx="365760" cy="36576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2926080" y="46451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 kondisi Bash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2926080" y="49651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input, if/elif/else, stdout/stderr, chmod u+x.</a:t>
            </a:r>
            <a:endParaRPr lang="en-US" sz="950" dirty="0"/>
          </a:p>
        </p:txBody>
      </p:sp>
      <p:sp>
        <p:nvSpPr>
          <p:cNvPr id="45" name="Shape 36"/>
          <p:cNvSpPr/>
          <p:nvPr/>
        </p:nvSpPr>
        <p:spPr>
          <a:xfrm>
            <a:off x="457200" y="5394960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7200" y="5394960"/>
            <a:ext cx="137160" cy="7132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68-90 min</a:t>
            </a:r>
            <a:endParaRPr lang="en-US" sz="11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3160" y="5577840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926080" y="5440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diskusi, Git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2926080" y="57607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scripts/verify.sh -&gt; 0 gagal; isi laporan dan push.</a:t>
            </a:r>
            <a:endParaRPr lang="en-US" sz="950" dirty="0"/>
          </a:p>
        </p:txBody>
      </p:sp>
      <p:sp>
        <p:nvSpPr>
          <p:cNvPr id="52" name="Text 4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setup lokal macet, gunakan salinan repo pada Bash lain; jangan hapus kerja siswa.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Persiapan Praktikum 3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artefak, skrip Bash, verifier, dan bukti Git siap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Sudah Anda Lakukan Hari Ini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18745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87452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18288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terbuka dan workspace dibuat oleh setup.sh.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23317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22860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dan file ops: pwd, cd, cp, mv, touch.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57200" y="27889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78892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27432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log dengan head, tail, grep, dan pipe.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2461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46120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32004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execute check-status.sh aktif dengan chmod u+x.</a:t>
            </a:r>
            <a:endParaRPr lang="en-US" sz="1100" dirty="0"/>
          </a:p>
        </p:txBody>
      </p:sp>
      <p:sp>
        <p:nvSpPr>
          <p:cNvPr id="23" name="Shape 15"/>
          <p:cNvSpPr/>
          <p:nvPr/>
        </p:nvSpPr>
        <p:spPr>
          <a:xfrm>
            <a:off x="457200" y="37033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70332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8680" y="36576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HTTP valid/invalid diproses dengan exit code tepat.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160520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68680" y="41148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 membuat errors.txt dan warn-count.txt.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457200" y="46177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61772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868680" y="45720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scripts/verify.sh memberi Hasil: 0 gagal.</a:t>
            </a:r>
            <a:endParaRPr lang="en-US" sz="1100" dirty="0"/>
          </a:p>
        </p:txBody>
      </p:sp>
      <p:sp>
        <p:nvSpPr>
          <p:cNvPr id="32" name="Shape 21"/>
          <p:cNvSpPr/>
          <p:nvPr/>
        </p:nvSpPr>
        <p:spPr>
          <a:xfrm>
            <a:off x="6217920" y="1417320"/>
            <a:ext cx="5486400" cy="22860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554480"/>
            <a:ext cx="457200" cy="45720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4944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BEFORE PRAKTIKUM 3</a:t>
            </a:r>
            <a:endParaRPr lang="en-US" sz="1100" dirty="0"/>
          </a:p>
        </p:txBody>
      </p:sp>
      <p:sp>
        <p:nvSpPr>
          <p:cNvPr id="35" name="Text 23"/>
          <p:cNvSpPr/>
          <p:nvPr/>
        </p:nvSpPr>
        <p:spPr>
          <a:xfrm>
            <a:off x="6400800" y="20116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submission</a:t>
            </a:r>
            <a:endParaRPr lang="en-US" sz="1400" dirty="0"/>
          </a:p>
        </p:txBody>
      </p:sp>
      <p:sp>
        <p:nvSpPr>
          <p:cNvPr id="36" name="Text 24"/>
          <p:cNvSpPr/>
          <p:nvPr/>
        </p:nvSpPr>
        <p:spPr>
          <a:xfrm>
            <a:off x="6400800" y="23317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Lima artefak workspace/
[ ] check-status.sh dan Hasil: 0 gagal
[ ] hasil/lab02.md dan screenshot pribadi
[ ] Commit/push repo sendiri</a:t>
            </a:r>
            <a:endParaRPr lang="en-US" sz="1100" dirty="0"/>
          </a:p>
        </p:txBody>
      </p:sp>
      <p:sp>
        <p:nvSpPr>
          <p:cNvPr id="37" name="Shape 25"/>
          <p:cNvSpPr/>
          <p:nvPr/>
        </p:nvSpPr>
        <p:spPr>
          <a:xfrm>
            <a:off x="6217920" y="3840480"/>
            <a:ext cx="54864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77640"/>
            <a:ext cx="457200" cy="457200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694944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3 - MINGGU DEPAN</a:t>
            </a:r>
            <a:endParaRPr lang="en-US" sz="1100" dirty="0"/>
          </a:p>
        </p:txBody>
      </p:sp>
      <p:sp>
        <p:nvSpPr>
          <p:cNvPr id="40" name="Text 27"/>
          <p:cNvSpPr/>
          <p:nvPr/>
        </p:nvSpPr>
        <p:spPr>
          <a:xfrm>
            <a:off x="6400800" y="44348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Hands-On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0" y="4800600"/>
            <a:ext cx="5212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lookup, traceroute, ping, curl, port scan - dasar network engineer. Pertahankan WSL/Terminal Anda!</a:t>
            </a:r>
            <a:endParaRPr lang="en-US" sz="1100" dirty="0"/>
          </a:p>
        </p:txBody>
      </p:sp>
      <p:sp>
        <p:nvSpPr>
          <p:cNvPr id="42" name="Shape 29"/>
          <p:cNvSpPr/>
          <p:nvPr/>
        </p:nvSpPr>
        <p:spPr>
          <a:xfrm>
            <a:off x="457200" y="5120640"/>
            <a:ext cx="5486400" cy="11887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349240"/>
            <a:ext cx="640080" cy="640080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1417320" y="5166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Pertanyaan?</a:t>
            </a:r>
            <a:endParaRPr lang="en-US" sz="2200" dirty="0"/>
          </a:p>
        </p:txBody>
      </p:sp>
      <p:sp>
        <p:nvSpPr>
          <p:cNvPr id="45" name="Text 31"/>
          <p:cNvSpPr/>
          <p:nvPr/>
        </p:nvSpPr>
        <p:spPr>
          <a:xfrm>
            <a:off x="141732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dosen atau lihat PANDUAN_DOSEN.md di repo.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kode Lab 02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mandiri: github.com/SeedFlora/meet2CloudService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DI KELAS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Bash: Git Bash, WSL, Linux, macOS, Codespaces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64408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1729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scripts/setup.sh; bash scripts/inspect.sh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831336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73989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artefak di folder workspace/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398264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3068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check-status.sh; chmod u+x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965192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48737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scripts/verify.sh hingga 0 gagal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532120"/>
            <a:ext cx="320040" cy="32004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344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hasil/lab02.md dan bukti pribadi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5" name="Text 15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BERKAS PENDAMPING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16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MODUL_MAHASISWA, hasil/lab02.md, screenshots/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lengkap dan screenshot ada di modul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dan inspeksi workspace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meet2CloudService  |  bukti: screenshots/lab02_setup_inspect.png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21475D-1148-C76A-2BC3-547F3CAE7B1C}"/>
              </a:ext>
            </a:extLst>
          </p:cNvPr>
          <p:cNvSpPr/>
          <p:nvPr/>
        </p:nvSpPr>
        <p:spPr>
          <a:xfrm>
            <a:off x="457200" y="1447800"/>
            <a:ext cx="55626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F6B68C4-0BBD-4C30-AAB2-192BE6A5F2C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38660" y="1536700"/>
            <a:ext cx="5199680" cy="45466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2569745-EAEB-583F-44AF-833B0E8CC273}"/>
              </a:ext>
            </a:extLst>
          </p:cNvPr>
          <p:cNvSpPr/>
          <p:nvPr/>
        </p:nvSpPr>
        <p:spPr>
          <a:xfrm>
            <a:off x="6197600" y="1435100"/>
            <a:ext cx="55118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30B6432-AC3B-D55E-3753-849C8F809201}"/>
              </a:ext>
            </a:extLst>
          </p:cNvPr>
          <p:cNvSpPr/>
          <p:nvPr/>
        </p:nvSpPr>
        <p:spPr>
          <a:xfrm>
            <a:off x="6197600" y="1435100"/>
            <a:ext cx="55118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E2F6D7-1C67-3AA2-EFA8-62226E49C6B5}"/>
              </a:ext>
            </a:extLst>
          </p:cNvPr>
          <p:cNvSpPr txBox="1"/>
          <p:nvPr/>
        </p:nvSpPr>
        <p:spPr>
          <a:xfrm>
            <a:off x="6388100" y="16764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460E-1BEA-63EE-BDA4-8CFDB916230A}"/>
              </a:ext>
            </a:extLst>
          </p:cNvPr>
          <p:cNvSpPr txBox="1"/>
          <p:nvPr/>
        </p:nvSpPr>
        <p:spPr>
          <a:xfrm>
            <a:off x="6388100" y="19177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bash scripts/setup.sh
bash scripts/inspect.sh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59412D-71E7-74C4-3436-48F428E84A9A}"/>
              </a:ext>
            </a:extLst>
          </p:cNvPr>
          <p:cNvSpPr txBox="1"/>
          <p:nvPr/>
        </p:nvSpPr>
        <p:spPr>
          <a:xfrm>
            <a:off x="6388100" y="28956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8C5D8B-6B91-9474-2486-6075BEF2FC57}"/>
              </a:ext>
            </a:extLst>
          </p:cNvPr>
          <p:cNvSpPr txBox="1"/>
          <p:nvPr/>
        </p:nvSpPr>
        <p:spPr>
          <a:xfrm>
            <a:off x="6388100" y="31369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setup membuat data latihan; inspect membaca path, daftar berkas, CSV, log, dan WARN.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BB1072-EB55-7257-CDFE-EC7211F3FDE8}"/>
              </a:ext>
            </a:extLst>
          </p:cNvPr>
          <p:cNvSpPr txBox="1"/>
          <p:nvPr/>
        </p:nvSpPr>
        <p:spPr>
          <a:xfrm>
            <a:off x="6388100" y="43434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6EFB4B-1CE8-0525-6D17-5666B5BE6007}"/>
              </a:ext>
            </a:extLst>
          </p:cNvPr>
          <p:cNvSpPr txBox="1"/>
          <p:nvPr/>
        </p:nvSpPr>
        <p:spPr>
          <a:xfrm>
            <a:off x="6388100" y="45847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Folder workspace/ tercipta; dua baris CSV, dua log terakhir, dan WARN = 2 terlihat.</a:t>
            </a:r>
          </a:p>
        </p:txBody>
      </p:sp>
    </p:spTree>
    <p:extLst>
      <p:ext uri="{BB962C8B-B14F-4D97-AF65-F5344CB8AC3E}">
        <p14:creationId xmlns:p14="http://schemas.microsoft.com/office/powerpoint/2010/main" val="35516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Telusuri path, izin, dan log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relatif terhadap workspace/  |  screenshots/lab02_navigasi.png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5F3669-7DA7-4AAD-F707-AB86DD07B5D9}"/>
              </a:ext>
            </a:extLst>
          </p:cNvPr>
          <p:cNvSpPr/>
          <p:nvPr/>
        </p:nvSpPr>
        <p:spPr>
          <a:xfrm>
            <a:off x="457200" y="1447800"/>
            <a:ext cx="7810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DB23293-0B7A-50E4-11AA-25962A08913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1809494"/>
            <a:ext cx="7632700" cy="400101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9245063-073F-9035-A628-2FDDE9FE1899}"/>
              </a:ext>
            </a:extLst>
          </p:cNvPr>
          <p:cNvSpPr/>
          <p:nvPr/>
        </p:nvSpPr>
        <p:spPr>
          <a:xfrm>
            <a:off x="8445500" y="1435100"/>
            <a:ext cx="3263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513EDD6-C9A5-35AC-A6A8-709294707304}"/>
              </a:ext>
            </a:extLst>
          </p:cNvPr>
          <p:cNvSpPr/>
          <p:nvPr/>
        </p:nvSpPr>
        <p:spPr>
          <a:xfrm>
            <a:off x="8445500" y="1435100"/>
            <a:ext cx="3263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ED0BCB-9789-70AA-EC48-4FC411C04F24}"/>
              </a:ext>
            </a:extLst>
          </p:cNvPr>
          <p:cNvSpPr txBox="1"/>
          <p:nvPr/>
        </p:nvSpPr>
        <p:spPr>
          <a:xfrm>
            <a:off x="8636000" y="16764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5DFAEB-E038-D893-CDE8-B9ADF2D5DB08}"/>
              </a:ext>
            </a:extLst>
          </p:cNvPr>
          <p:cNvSpPr txBox="1"/>
          <p:nvPr/>
        </p:nvSpPr>
        <p:spPr>
          <a:xfrm>
            <a:off x="8636000" y="19177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pwd; ls -l
head -n 2 docs/requests.csv
tail -n 2 logs/app.log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1421B9-088B-A0FD-2106-F2F093D3B55E}"/>
              </a:ext>
            </a:extLst>
          </p:cNvPr>
          <p:cNvSpPr txBox="1"/>
          <p:nvPr/>
        </p:nvSpPr>
        <p:spPr>
          <a:xfrm>
            <a:off x="8636000" y="31369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99E58A-2DB2-AB53-C38F-33BC33E182A4}"/>
              </a:ext>
            </a:extLst>
          </p:cNvPr>
          <p:cNvSpPr txBox="1"/>
          <p:nvPr/>
        </p:nvSpPr>
        <p:spPr>
          <a:xfrm>
            <a:off x="8636000" y="33782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Periksa lokasi, izin rwx, awal CSV, dan akhir log.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825E00-08A1-1F67-F4C5-DCB5CD270F1D}"/>
              </a:ext>
            </a:extLst>
          </p:cNvPr>
          <p:cNvSpPr txBox="1"/>
          <p:nvPr/>
        </p:nvSpPr>
        <p:spPr>
          <a:xfrm>
            <a:off x="8636000" y="45085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F195CE-CB6C-DB27-E5C5-D02466D9CB5C}"/>
              </a:ext>
            </a:extLst>
          </p:cNvPr>
          <p:cNvSpPr txBox="1"/>
          <p:nvPr/>
        </p:nvSpPr>
        <p:spPr>
          <a:xfrm>
            <a:off x="8636000" y="47498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ERROR di log dapat dicari dengan grep untuk analisis incident.</a:t>
            </a:r>
          </a:p>
        </p:txBody>
      </p:sp>
    </p:spTree>
    <p:extLst>
      <p:ext uri="{BB962C8B-B14F-4D97-AF65-F5344CB8AC3E}">
        <p14:creationId xmlns:p14="http://schemas.microsoft.com/office/powerpoint/2010/main" val="45885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Bangun artefak dengan pipe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kerja nyata  |  screenshots/lab02_artefak.png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2FE11-E8BE-D2F0-D9C9-F08B30209BBB}"/>
              </a:ext>
            </a:extLst>
          </p:cNvPr>
          <p:cNvSpPr/>
          <p:nvPr/>
        </p:nvSpPr>
        <p:spPr>
          <a:xfrm>
            <a:off x="457200" y="1447800"/>
            <a:ext cx="7810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2490CF2-486B-9A4D-2285-F4062F5A729A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1686386"/>
            <a:ext cx="7632700" cy="4247228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43326FA2-BB93-1D28-219C-70299374F973}"/>
              </a:ext>
            </a:extLst>
          </p:cNvPr>
          <p:cNvSpPr/>
          <p:nvPr/>
        </p:nvSpPr>
        <p:spPr>
          <a:xfrm>
            <a:off x="8445500" y="1435100"/>
            <a:ext cx="3263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C04060-775E-C9F4-1785-62428C439807}"/>
              </a:ext>
            </a:extLst>
          </p:cNvPr>
          <p:cNvSpPr/>
          <p:nvPr/>
        </p:nvSpPr>
        <p:spPr>
          <a:xfrm>
            <a:off x="8445500" y="1435100"/>
            <a:ext cx="3263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E98E27-C8FB-4DB2-6E9E-3472719FD79D}"/>
              </a:ext>
            </a:extLst>
          </p:cNvPr>
          <p:cNvSpPr txBox="1"/>
          <p:nvPr/>
        </p:nvSpPr>
        <p:spPr>
          <a:xfrm>
            <a:off x="8636000" y="16764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72DD4E-4213-5802-DD05-C3FDB8F09EC9}"/>
              </a:ext>
            </a:extLst>
          </p:cNvPr>
          <p:cNvSpPr txBox="1"/>
          <p:nvPr/>
        </p:nvSpPr>
        <p:spPr>
          <a:xfrm>
            <a:off x="8636000" y="19177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grep 'ERROR' logs/app.log &gt; results/errors.txt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307059-9AB3-02F2-4A5F-049718B6831E}"/>
              </a:ext>
            </a:extLst>
          </p:cNvPr>
          <p:cNvSpPr txBox="1"/>
          <p:nvPr/>
        </p:nvSpPr>
        <p:spPr>
          <a:xfrm>
            <a:off x="8636000" y="31115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FFE152-AF3A-4B12-29AA-55A40480DDA1}"/>
              </a:ext>
            </a:extLst>
          </p:cNvPr>
          <p:cNvSpPr txBox="1"/>
          <p:nvPr/>
        </p:nvSpPr>
        <p:spPr>
          <a:xfrm>
            <a:off x="8636000" y="33528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grep memilih baris; &gt; menyimpan output. Pipe dan wc -l menghitung WARN = 2.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CF913C-6468-1117-4C21-D36EA03E1644}"/>
              </a:ext>
            </a:extLst>
          </p:cNvPr>
          <p:cNvSpPr txBox="1"/>
          <p:nvPr/>
        </p:nvSpPr>
        <p:spPr>
          <a:xfrm>
            <a:off x="8636000" y="45974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670C91-F9A2-9F5C-9DC6-104B458A9A30}"/>
              </a:ext>
            </a:extLst>
          </p:cNvPr>
          <p:cNvSpPr txBox="1"/>
          <p:nvPr/>
        </p:nvSpPr>
        <p:spPr>
          <a:xfrm>
            <a:off x="8636000" y="48387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Periksa files dengan find dan cat; incident.txt mencatat interpretasi log.</a:t>
            </a:r>
          </a:p>
        </p:txBody>
      </p:sp>
    </p:spTree>
    <p:extLst>
      <p:ext uri="{BB962C8B-B14F-4D97-AF65-F5344CB8AC3E}">
        <p14:creationId xmlns:p14="http://schemas.microsoft.com/office/powerpoint/2010/main" val="1269001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skrip Bash sampai lulus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lengkap ada di modul  |  bukti: screenshots/lab02_uji_terkini.png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38BBE0-15B3-8B73-4020-567D35EBFFB0}"/>
              </a:ext>
            </a:extLst>
          </p:cNvPr>
          <p:cNvSpPr/>
          <p:nvPr/>
        </p:nvSpPr>
        <p:spPr>
          <a:xfrm>
            <a:off x="457200" y="1447800"/>
            <a:ext cx="77470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4F208D6-6BD1-18DF-A3D5-10615E35CFD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1735748"/>
            <a:ext cx="7569200" cy="4148504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11A1ED4-51FD-C6B0-2277-6D2AFA75ED3C}"/>
              </a:ext>
            </a:extLst>
          </p:cNvPr>
          <p:cNvSpPr/>
          <p:nvPr/>
        </p:nvSpPr>
        <p:spPr>
          <a:xfrm>
            <a:off x="8382000" y="1435100"/>
            <a:ext cx="33274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273A598-7EB6-9C10-0B1C-EEBF7B85FAA4}"/>
              </a:ext>
            </a:extLst>
          </p:cNvPr>
          <p:cNvSpPr/>
          <p:nvPr/>
        </p:nvSpPr>
        <p:spPr>
          <a:xfrm>
            <a:off x="8382000" y="1435100"/>
            <a:ext cx="33274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AD026C-2E28-BE33-9F61-4E0695B5B896}"/>
              </a:ext>
            </a:extLst>
          </p:cNvPr>
          <p:cNvSpPr txBox="1"/>
          <p:nvPr/>
        </p:nvSpPr>
        <p:spPr>
          <a:xfrm>
            <a:off x="8572500" y="16764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0811BE-47DD-B22F-A0DE-0D18C6785C46}"/>
              </a:ext>
            </a:extLst>
          </p:cNvPr>
          <p:cNvSpPr txBox="1"/>
          <p:nvPr/>
        </p:nvSpPr>
        <p:spPr>
          <a:xfrm>
            <a:off x="8572500" y="19177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cd workspace
chmod u+x scripts/check-status.sh
cd ..
bash scripts/verify.sh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73FC4F-0655-80E9-5823-821D6FCEB950}"/>
              </a:ext>
            </a:extLst>
          </p:cNvPr>
          <p:cNvSpPr txBox="1"/>
          <p:nvPr/>
        </p:nvSpPr>
        <p:spPr>
          <a:xfrm>
            <a:off x="8572500" y="31242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C85F5C-79CD-BF65-6520-AFA72D494595}"/>
              </a:ext>
            </a:extLst>
          </p:cNvPr>
          <p:cNvSpPr txBox="1"/>
          <p:nvPr/>
        </p:nvSpPr>
        <p:spPr>
          <a:xfrm>
            <a:off x="8572500" y="33655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Verifier memeriksa berkas, permission, grep, pipe, dan klasifikasi HTTP.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97D064-C17E-3AE3-0863-A1B425713F45}"/>
              </a:ext>
            </a:extLst>
          </p:cNvPr>
          <p:cNvSpPr txBox="1"/>
          <p:nvPr/>
        </p:nvSpPr>
        <p:spPr>
          <a:xfrm>
            <a:off x="8572500" y="45339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5FE5BA-F8B6-16EF-EB49-A35E0E44D88C}"/>
              </a:ext>
            </a:extLst>
          </p:cNvPr>
          <p:cNvSpPr txBox="1"/>
          <p:nvPr/>
        </p:nvSpPr>
        <p:spPr>
          <a:xfrm>
            <a:off x="8572500" y="47752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Hasil: 0 gagal; status 99 ditolak dengan exit code 2. Commit hasil/lab02.md.</a:t>
            </a:r>
          </a:p>
        </p:txBody>
      </p:sp>
    </p:spTree>
    <p:extLst>
      <p:ext uri="{BB962C8B-B14F-4D97-AF65-F5344CB8AC3E}">
        <p14:creationId xmlns:p14="http://schemas.microsoft.com/office/powerpoint/2010/main" val="2811499213"/>
      </p:ext>
    </p:extLst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langkah 4 | kode status HTTP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input, exit code, verifier  |  output aktual dari salinan solusi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KODE VALID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103/200/302/503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INPUT SALAH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99 keluar dengan kode 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VERIFIER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Hasil: 0 gagal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191" y="1490898"/>
            <a:ext cx="9672218" cy="372380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Git | repo Lab 02 terbit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status, log, SHA main  |  contoh checkpoint pengajar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TUJUAN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origin = meet2CloudService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 PUSH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SHA lokal = remote saat uji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MAHASISWA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Ulangi pada repo pribadi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439" y="1490898"/>
            <a:ext cx="9873722" cy="37238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5544</Words>
  <Application>Microsoft Office PowerPoint</Application>
  <PresentationFormat>Widescreen</PresentationFormat>
  <Paragraphs>820</Paragraphs>
  <Slides>36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Fundamentals - Hands-On - Praktikum 2</dc:title>
  <dc:subject>PptxGenJS Presentation</dc:subject>
  <dc:creator>PptxGenJS</dc:creator>
  <cp:lastModifiedBy>Budi Juarto</cp:lastModifiedBy>
  <cp:revision>2</cp:revision>
  <dcterms:created xsi:type="dcterms:W3CDTF">2026-05-16T03:06:23Z</dcterms:created>
  <dcterms:modified xsi:type="dcterms:W3CDTF">2026-10-07T13:20:16Z</dcterms:modified>
</cp:coreProperties>
</file>