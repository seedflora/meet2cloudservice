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2ef88a0be24c6d" /><Relationship Type="http://schemas.openxmlformats.org/officeDocument/2006/relationships/extended-properties" Target="/docProps/app.xml" Id="R7f3e871811a64544" /><Relationship Type="http://schemas.openxmlformats.org/officeDocument/2006/relationships/officeDocument" Target="/ppt/presentation.xml" Id="R01d3e189bdbd47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f6d9dc543d45c9"/>
  </p:sldMasterIdLst>
  <p:notesMasterIdLst>
    <p:notesMasterId xmlns:r="http://schemas.openxmlformats.org/officeDocument/2006/relationships" r:id="R60dc20f7c56d41e3"/>
  </p:notesMasterIdLst>
  <p:sldIdLst>
    <p:sldId xmlns:r="http://schemas.openxmlformats.org/officeDocument/2006/relationships" id="256" r:id="R9a02fccf12254db9"/>
    <p:sldId xmlns:r="http://schemas.openxmlformats.org/officeDocument/2006/relationships" id="257" r:id="Rd406b86ed59e48c8"/>
    <p:sldId xmlns:r="http://schemas.openxmlformats.org/officeDocument/2006/relationships" id="258" r:id="R74c7fc30873345c9"/>
    <p:sldId xmlns:r="http://schemas.openxmlformats.org/officeDocument/2006/relationships" id="259" r:id="R2c48c52b39764723"/>
    <p:sldId xmlns:r="http://schemas.openxmlformats.org/officeDocument/2006/relationships" id="260" r:id="R8d52cbaf508b4845"/>
    <p:sldId xmlns:r="http://schemas.openxmlformats.org/officeDocument/2006/relationships" id="261" r:id="Rcbbe526cdbba4313"/>
    <p:sldId xmlns:r="http://schemas.openxmlformats.org/officeDocument/2006/relationships" id="262" r:id="Ra29fcf26885c4989"/>
    <p:sldId xmlns:r="http://schemas.openxmlformats.org/officeDocument/2006/relationships" id="263" r:id="R2abcb1f79eef475a"/>
    <p:sldId xmlns:r="http://schemas.openxmlformats.org/officeDocument/2006/relationships" id="264" r:id="Refdcb80acd0b412d"/>
    <p:sldId xmlns:r="http://schemas.openxmlformats.org/officeDocument/2006/relationships" id="265" r:id="Rd40bbf67c4944cb2"/>
    <p:sldId xmlns:r="http://schemas.openxmlformats.org/officeDocument/2006/relationships" id="266" r:id="R0f26f4d352524ec6"/>
    <p:sldId xmlns:r="http://schemas.openxmlformats.org/officeDocument/2006/relationships" id="267" r:id="Rb66005b5b0bf4c79"/>
    <p:sldId xmlns:r="http://schemas.openxmlformats.org/officeDocument/2006/relationships" id="268" r:id="Ra55be0e291ce4667"/>
    <p:sldId xmlns:r="http://schemas.openxmlformats.org/officeDocument/2006/relationships" id="269" r:id="R9219e1a269024e6a"/>
    <p:sldId xmlns:r="http://schemas.openxmlformats.org/officeDocument/2006/relationships" id="270" r:id="R0c0e980d22db4355"/>
    <p:sldId xmlns:r="http://schemas.openxmlformats.org/officeDocument/2006/relationships" id="271" r:id="Rf5b0320d60ff478a"/>
    <p:sldId xmlns:r="http://schemas.openxmlformats.org/officeDocument/2006/relationships" id="272" r:id="R03415dc87c644168"/>
    <p:sldId xmlns:r="http://schemas.openxmlformats.org/officeDocument/2006/relationships" id="273" r:id="Rd182216cd6374c49"/>
    <p:sldId xmlns:r="http://schemas.openxmlformats.org/officeDocument/2006/relationships" id="274" r:id="R39dcbcc9d8e54ea1"/>
    <p:sldId xmlns:r="http://schemas.openxmlformats.org/officeDocument/2006/relationships" id="275" r:id="Raeeaade6e5504390"/>
    <p:sldId xmlns:r="http://schemas.openxmlformats.org/officeDocument/2006/relationships" id="276" r:id="R019c2e91ebb74532"/>
    <p:sldId xmlns:r="http://schemas.openxmlformats.org/officeDocument/2006/relationships" id="277" r:id="Rfc26d2fd14754041"/>
    <p:sldId xmlns:r="http://schemas.openxmlformats.org/officeDocument/2006/relationships" id="278" r:id="R5693c2a43b6b4412"/>
    <p:sldId xmlns:r="http://schemas.openxmlformats.org/officeDocument/2006/relationships" id="279" r:id="R88b1b91213b04192"/>
    <p:sldId xmlns:r="http://schemas.openxmlformats.org/officeDocument/2006/relationships" id="280" r:id="R57397be36a924388"/>
    <p:sldId xmlns:r="http://schemas.openxmlformats.org/officeDocument/2006/relationships" id="281" r:id="R23e025555b2e469c"/>
    <p:sldId xmlns:r="http://schemas.openxmlformats.org/officeDocument/2006/relationships" id="282" r:id="Re87cc1077bba46c6"/>
    <p:sldId xmlns:r="http://schemas.openxmlformats.org/officeDocument/2006/relationships" id="283" r:id="R834b88adec914f1c"/>
    <p:sldId xmlns:r="http://schemas.openxmlformats.org/officeDocument/2006/relationships" id="284" r:id="R6ac3fbadac224b9a"/>
    <p:sldId xmlns:r="http://schemas.openxmlformats.org/officeDocument/2006/relationships" id="285" r:id="R8f3c2f014afe42f9"/>
    <p:sldId xmlns:r="http://schemas.openxmlformats.org/officeDocument/2006/relationships" id="286" r:id="R541013cd305340ab"/>
    <p:sldId xmlns:r="http://schemas.openxmlformats.org/officeDocument/2006/relationships" id="287" r:id="R9fd17b6d5f8248ff"/>
    <p:sldId xmlns:r="http://schemas.openxmlformats.org/officeDocument/2006/relationships" id="288" r:id="Ra07d998cf5194e2c"/>
    <p:sldId xmlns:r="http://schemas.openxmlformats.org/officeDocument/2006/relationships" id="289" r:id="R77498db8daee4eec"/>
    <p:sldId xmlns:r="http://schemas.openxmlformats.org/officeDocument/2006/relationships" id="290" r:id="Rd43c6021011f4dbd"/>
    <p:sldId xmlns:r="http://schemas.openxmlformats.org/officeDocument/2006/relationships" id="291" r:id="R51f92046cc2947b6"/>
    <p:sldId xmlns:r="http://schemas.openxmlformats.org/officeDocument/2006/relationships" id="292" r:id="Rc9d153340d8c40ae"/>
    <p:sldId xmlns:r="http://schemas.openxmlformats.org/officeDocument/2006/relationships" id="293" r:id="R6d5de0942b504d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67bc8843984aee" /><Relationship Type="http://schemas.openxmlformats.org/officeDocument/2006/relationships/slideMaster" Target="/ppt/slideMasters/slideMaster1.xml" Id="R56f6d9dc543d45c9" /><Relationship Type="http://schemas.openxmlformats.org/officeDocument/2006/relationships/notesMaster" Target="/ppt/notesMasters/notesMaster1.xml" Id="R60dc20f7c56d41e3" /><Relationship Type="http://schemas.openxmlformats.org/officeDocument/2006/relationships/presProps" Target="/ppt/presProps.xml" Id="R252b04f3dd5c439f" /><Relationship Type="http://schemas.openxmlformats.org/officeDocument/2006/relationships/viewProps" Target="/ppt/viewProps.xml" Id="Rf91c32a00f374c8b" /><Relationship Type="http://schemas.openxmlformats.org/officeDocument/2006/relationships/tableStyles" Target="/ppt/tableStyles.xml" Id="Recf1dcb83a564a26" /><Relationship Type="http://schemas.openxmlformats.org/officeDocument/2006/relationships/slide" Target="/ppt/slides/slide1.xml" Id="R9a02fccf12254db9" /><Relationship Type="http://schemas.openxmlformats.org/officeDocument/2006/relationships/slide" Target="/ppt/slides/slide2.xml" Id="Rd406b86ed59e48c8" /><Relationship Type="http://schemas.openxmlformats.org/officeDocument/2006/relationships/slide" Target="/ppt/slides/slide3.xml" Id="R74c7fc30873345c9" /><Relationship Type="http://schemas.openxmlformats.org/officeDocument/2006/relationships/slide" Target="/ppt/slides/slide4.xml" Id="R2c48c52b39764723" /><Relationship Type="http://schemas.openxmlformats.org/officeDocument/2006/relationships/slide" Target="/ppt/slides/slide5.xml" Id="R8d52cbaf508b4845" /><Relationship Type="http://schemas.openxmlformats.org/officeDocument/2006/relationships/slide" Target="/ppt/slides/slide6.xml" Id="Rcbbe526cdbba4313" /><Relationship Type="http://schemas.openxmlformats.org/officeDocument/2006/relationships/slide" Target="/ppt/slides/slide7.xml" Id="Ra29fcf26885c4989" /><Relationship Type="http://schemas.openxmlformats.org/officeDocument/2006/relationships/slide" Target="/ppt/slides/slide8.xml" Id="R2abcb1f79eef475a" /><Relationship Type="http://schemas.openxmlformats.org/officeDocument/2006/relationships/slide" Target="/ppt/slides/slide9.xml" Id="Refdcb80acd0b412d" /><Relationship Type="http://schemas.openxmlformats.org/officeDocument/2006/relationships/slide" Target="/ppt/slides/slide10.xml" Id="Rd40bbf67c4944cb2" /><Relationship Type="http://schemas.openxmlformats.org/officeDocument/2006/relationships/slide" Target="/ppt/slides/slide11.xml" Id="R0f26f4d352524ec6" /><Relationship Type="http://schemas.openxmlformats.org/officeDocument/2006/relationships/slide" Target="/ppt/slides/slide12.xml" Id="Rb66005b5b0bf4c79" /><Relationship Type="http://schemas.openxmlformats.org/officeDocument/2006/relationships/slide" Target="/ppt/slides/slide13.xml" Id="Ra55be0e291ce4667" /><Relationship Type="http://schemas.openxmlformats.org/officeDocument/2006/relationships/slide" Target="/ppt/slides/slide14.xml" Id="R9219e1a269024e6a" /><Relationship Type="http://schemas.openxmlformats.org/officeDocument/2006/relationships/slide" Target="/ppt/slides/slide15.xml" Id="R0c0e980d22db4355" /><Relationship Type="http://schemas.openxmlformats.org/officeDocument/2006/relationships/slide" Target="/ppt/slides/slide16.xml" Id="Rf5b0320d60ff478a" /><Relationship Type="http://schemas.openxmlformats.org/officeDocument/2006/relationships/slide" Target="/ppt/slides/slide17.xml" Id="R03415dc87c644168" /><Relationship Type="http://schemas.openxmlformats.org/officeDocument/2006/relationships/slide" Target="/ppt/slides/slide18.xml" Id="Rd182216cd6374c49" /><Relationship Type="http://schemas.openxmlformats.org/officeDocument/2006/relationships/slide" Target="/ppt/slides/slide19.xml" Id="R39dcbcc9d8e54ea1" /><Relationship Type="http://schemas.openxmlformats.org/officeDocument/2006/relationships/slide" Target="/ppt/slides/slide20.xml" Id="Raeeaade6e5504390" /><Relationship Type="http://schemas.openxmlformats.org/officeDocument/2006/relationships/slide" Target="/ppt/slides/slide21.xml" Id="R019c2e91ebb74532" /><Relationship Type="http://schemas.openxmlformats.org/officeDocument/2006/relationships/slide" Target="/ppt/slides/slide22.xml" Id="Rfc26d2fd14754041" /><Relationship Type="http://schemas.openxmlformats.org/officeDocument/2006/relationships/slide" Target="/ppt/slides/slide23.xml" Id="R5693c2a43b6b4412" /><Relationship Type="http://schemas.openxmlformats.org/officeDocument/2006/relationships/slide" Target="/ppt/slides/slide24.xml" Id="R88b1b91213b04192" /><Relationship Type="http://schemas.openxmlformats.org/officeDocument/2006/relationships/slide" Target="/ppt/slides/slide25.xml" Id="R57397be36a924388" /><Relationship Type="http://schemas.openxmlformats.org/officeDocument/2006/relationships/slide" Target="/ppt/slides/slide26.xml" Id="R23e025555b2e469c" /><Relationship Type="http://schemas.openxmlformats.org/officeDocument/2006/relationships/slide" Target="/ppt/slides/slide27.xml" Id="Re87cc1077bba46c6" /><Relationship Type="http://schemas.openxmlformats.org/officeDocument/2006/relationships/slide" Target="/ppt/slides/slide28.xml" Id="R834b88adec914f1c" /><Relationship Type="http://schemas.openxmlformats.org/officeDocument/2006/relationships/slide" Target="/ppt/slides/slide29.xml" Id="R6ac3fbadac224b9a" /><Relationship Type="http://schemas.openxmlformats.org/officeDocument/2006/relationships/slide" Target="/ppt/slides/slide30.xml" Id="R8f3c2f014afe42f9" /><Relationship Type="http://schemas.openxmlformats.org/officeDocument/2006/relationships/slide" Target="/ppt/slides/slide31.xml" Id="R541013cd305340ab" /><Relationship Type="http://schemas.openxmlformats.org/officeDocument/2006/relationships/slide" Target="/ppt/slides/slide32.xml" Id="R9fd17b6d5f8248ff" /><Relationship Type="http://schemas.openxmlformats.org/officeDocument/2006/relationships/slide" Target="/ppt/slides/slide33.xml" Id="Ra07d998cf5194e2c" /><Relationship Type="http://schemas.openxmlformats.org/officeDocument/2006/relationships/slide" Target="/ppt/slides/slide34.xml" Id="R77498db8daee4eec" /><Relationship Type="http://schemas.openxmlformats.org/officeDocument/2006/relationships/slide" Target="/ppt/slides/slide35.xml" Id="Rd43c6021011f4dbd" /><Relationship Type="http://schemas.openxmlformats.org/officeDocument/2006/relationships/slide" Target="/ppt/slides/slide36.xml" Id="R51f92046cc2947b6" /><Relationship Type="http://schemas.openxmlformats.org/officeDocument/2006/relationships/slide" Target="/ppt/slides/slide37.xml" Id="Rc9d153340d8c40ae" /><Relationship Type="http://schemas.openxmlformats.org/officeDocument/2006/relationships/slide" Target="/ppt/slides/slide38.xml" Id="R6d5de0942b50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c422a362f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f137b52c664673" /><Relationship Type="http://schemas.openxmlformats.org/officeDocument/2006/relationships/notesMaster" Target="/ppt/notesMasters/notesMaster1.xml" Id="Ra1cb8634a5fa41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92066c30e4899" /><Relationship Type="http://schemas.openxmlformats.org/officeDocument/2006/relationships/notesMaster" Target="/ppt/notesMasters/notesMaster1.xml" Id="R4b8ab2df319343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bffde683304512" /><Relationship Type="http://schemas.openxmlformats.org/officeDocument/2006/relationships/notesMaster" Target="/ppt/notesMasters/notesMaster1.xml" Id="R8cd57003c30d45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a2931fdd03479a" /><Relationship Type="http://schemas.openxmlformats.org/officeDocument/2006/relationships/notesMaster" Target="/ppt/notesMasters/notesMaster1.xml" Id="R3e0b926fca0f49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5103218944067" /><Relationship Type="http://schemas.openxmlformats.org/officeDocument/2006/relationships/notesMaster" Target="/ppt/notesMasters/notesMaster1.xml" Id="R7fca47af6e62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2fc5511950408a" /><Relationship Type="http://schemas.openxmlformats.org/officeDocument/2006/relationships/notesMaster" Target="/ppt/notesMasters/notesMaster1.xml" Id="Rd84d327b31e84a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21dc2b1773425c" /><Relationship Type="http://schemas.openxmlformats.org/officeDocument/2006/relationships/notesMaster" Target="/ppt/notesMasters/notesMaster1.xml" Id="R8e161619c6f74b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e6f5d20b394314" /><Relationship Type="http://schemas.openxmlformats.org/officeDocument/2006/relationships/notesMaster" Target="/ppt/notesMasters/notesMaster1.xml" Id="R80ab048feeef4c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7928f4015e402c" /><Relationship Type="http://schemas.openxmlformats.org/officeDocument/2006/relationships/notesMaster" Target="/ppt/notesMasters/notesMaster1.xml" Id="R03c17f5765af4f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ee2cb7cf344045" /><Relationship Type="http://schemas.openxmlformats.org/officeDocument/2006/relationships/notesMaster" Target="/ppt/notesMasters/notesMaster1.xml" Id="R21e6a8ee0ce44d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96309b714d4c13" /><Relationship Type="http://schemas.openxmlformats.org/officeDocument/2006/relationships/notesMaster" Target="/ppt/notesMasters/notesMaster1.xml" Id="R60ceb795e8ee40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6d44edad9648f1" /><Relationship Type="http://schemas.openxmlformats.org/officeDocument/2006/relationships/notesMaster" Target="/ppt/notesMasters/notesMaster1.xml" Id="R8fc2edbb13f142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e25deb5f1b409e" /><Relationship Type="http://schemas.openxmlformats.org/officeDocument/2006/relationships/notesMaster" Target="/ppt/notesMasters/notesMaster1.xml" Id="Rc3eac61983bd45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e2ee7719864766" /><Relationship Type="http://schemas.openxmlformats.org/officeDocument/2006/relationships/notesMaster" Target="/ppt/notesMasters/notesMaster1.xml" Id="Rda2dd4fab5af48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cb57a7377e465b" /><Relationship Type="http://schemas.openxmlformats.org/officeDocument/2006/relationships/notesMaster" Target="/ppt/notesMasters/notesMaster1.xml" Id="R48a61283a11748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55943724f84ba2" /><Relationship Type="http://schemas.openxmlformats.org/officeDocument/2006/relationships/notesMaster" Target="/ppt/notesMasters/notesMaster1.xml" Id="Rdb6bbdd7fd6c4b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e692557b234e7d" /><Relationship Type="http://schemas.openxmlformats.org/officeDocument/2006/relationships/notesMaster" Target="/ppt/notesMasters/notesMaster1.xml" Id="Ra9f19ba8bfe44e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62b307e050422f" /><Relationship Type="http://schemas.openxmlformats.org/officeDocument/2006/relationships/notesMaster" Target="/ppt/notesMasters/notesMaster1.xml" Id="Rc6f85a33a64445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a4b52421e24a02" /><Relationship Type="http://schemas.openxmlformats.org/officeDocument/2006/relationships/notesMaster" Target="/ppt/notesMasters/notesMaster1.xml" Id="Rcb9f4a97e7844a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9429ad4c254191" /><Relationship Type="http://schemas.openxmlformats.org/officeDocument/2006/relationships/notesMaster" Target="/ppt/notesMasters/notesMaster1.xml" Id="R756ec2d0a40c4f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8a63005b9945c8" /><Relationship Type="http://schemas.openxmlformats.org/officeDocument/2006/relationships/notesMaster" Target="/ppt/notesMasters/notesMaster1.xml" Id="R64e4d6f44bc943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5cea0cd361476f" /><Relationship Type="http://schemas.openxmlformats.org/officeDocument/2006/relationships/notesMaster" Target="/ppt/notesMasters/notesMaster1.xml" Id="R5d8f5595a64340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4819c50f7e43ba" /><Relationship Type="http://schemas.openxmlformats.org/officeDocument/2006/relationships/notesMaster" Target="/ppt/notesMasters/notesMaster1.xml" Id="R448ff40817ad4f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5d36a2e747491d" /><Relationship Type="http://schemas.openxmlformats.org/officeDocument/2006/relationships/notesMaster" Target="/ppt/notesMasters/notesMaster1.xml" Id="R9c17d1e74e6e44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fcce1f87104e7e" /><Relationship Type="http://schemas.openxmlformats.org/officeDocument/2006/relationships/notesMaster" Target="/ppt/notesMasters/notesMaster1.xml" Id="R2143337801b441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c494b1189841ad" /><Relationship Type="http://schemas.openxmlformats.org/officeDocument/2006/relationships/notesMaster" Target="/ppt/notesMasters/notesMaster1.xml" Id="R952ce6f982d649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ce0b0d0927b479d" /><Relationship Type="http://schemas.openxmlformats.org/officeDocument/2006/relationships/notesMaster" Target="/ppt/notesMasters/notesMaster1.xml" Id="R8c0415b042244c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2b73592f15488a" /><Relationship Type="http://schemas.openxmlformats.org/officeDocument/2006/relationships/notesMaster" Target="/ppt/notesMasters/notesMaster1.xml" Id="R298ded2b7cab4b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7ee625eb5e4cab" /><Relationship Type="http://schemas.openxmlformats.org/officeDocument/2006/relationships/notesMaster" Target="/ppt/notesMasters/notesMaster1.xml" Id="R22ee61129a9341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cd2d57ba3742b0" /><Relationship Type="http://schemas.openxmlformats.org/officeDocument/2006/relationships/notesMaster" Target="/ppt/notesMasters/notesMaster1.xml" Id="R427ed021e09a43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81d0bb31984f39" /><Relationship Type="http://schemas.openxmlformats.org/officeDocument/2006/relationships/notesMaster" Target="/ppt/notesMasters/notesMaster1.xml" Id="R2b0ee773046442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646427e6fb4b81" /><Relationship Type="http://schemas.openxmlformats.org/officeDocument/2006/relationships/notesMaster" Target="/ppt/notesMasters/notesMaster1.xml" Id="Re39627826972454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31ec2b2d9894acb" /><Relationship Type="http://schemas.openxmlformats.org/officeDocument/2006/relationships/notesMaster" Target="/ppt/notesMasters/notesMaster1.xml" Id="R7cf7aed3e1514d5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88069f19f3947c5" /><Relationship Type="http://schemas.openxmlformats.org/officeDocument/2006/relationships/notesMaster" Target="/ppt/notesMasters/notesMaster1.xml" Id="R6e1f34c3dc8b4a4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04c697faa5f4f26" /><Relationship Type="http://schemas.openxmlformats.org/officeDocument/2006/relationships/notesMaster" Target="/ppt/notesMasters/notesMaster1.xml" Id="R5be45016988f43c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17d5a53f1f64053" /><Relationship Type="http://schemas.openxmlformats.org/officeDocument/2006/relationships/notesMaster" Target="/ppt/notesMasters/notesMaster1.xml" Id="R171f1021c2254fa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2e56442c9e44c22" /><Relationship Type="http://schemas.openxmlformats.org/officeDocument/2006/relationships/notesMaster" Target="/ppt/notesMasters/notesMaster1.xml" Id="R63ec147f6f8140c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8f3b14758564060" /><Relationship Type="http://schemas.openxmlformats.org/officeDocument/2006/relationships/notesMaster" Target="/ppt/notesMasters/notesMaster1.xml" Id="R82ddff9bcac7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19057674a41e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574a7fbdb454b" /><Relationship Type="http://schemas.openxmlformats.org/officeDocument/2006/relationships/slideLayout" Target="/ppt/slideLayouts/slideLayout1.xml" Id="R7c878a960177407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878a960177407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bfdebb9bd4c18" /><Relationship Type="http://schemas.openxmlformats.org/officeDocument/2006/relationships/image" Target="/ppt/media/image.jpeg" Id="R53dc379d65d34ae1" /><Relationship Type="http://schemas.openxmlformats.org/officeDocument/2006/relationships/image" Target="/ppt/media/image.png" Id="R68bb6d8ae0ed4fe8" /><Relationship Type="http://schemas.openxmlformats.org/officeDocument/2006/relationships/image" Target="/ppt/media/image2.png" Id="Reeb493804fd3432a" /><Relationship Type="http://schemas.openxmlformats.org/officeDocument/2006/relationships/notesSlide" Target="/ppt/notesSlides/notesSlide1.xml" Id="Rd911d6a9acc145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ae9883849478a" /><Relationship Type="http://schemas.openxmlformats.org/officeDocument/2006/relationships/image" Target="/ppt/media/image.png" Id="Rc5723956a1314ea8" /><Relationship Type="http://schemas.openxmlformats.org/officeDocument/2006/relationships/image" Target="/ppt/media/image2.png" Id="R527c27da32804da6" /><Relationship Type="http://schemas.openxmlformats.org/officeDocument/2006/relationships/image" Target="/ppt/media/image3.png" Id="R217763b5e3e246a8" /><Relationship Type="http://schemas.openxmlformats.org/officeDocument/2006/relationships/image" Target="/ppt/media/image4.png" Id="Rd2100479d44c4529" /><Relationship Type="http://schemas.openxmlformats.org/officeDocument/2006/relationships/image" Target="/ppt/media/image5.png" Id="R8537eee7fd814416" /><Relationship Type="http://schemas.openxmlformats.org/officeDocument/2006/relationships/image" Target="/ppt/media/image6.png" Id="R2aa64ea4a73f49bb" /><Relationship Type="http://schemas.openxmlformats.org/officeDocument/2006/relationships/image" Target="/ppt/media/image7.png" Id="R0c34f41a36554028" /><Relationship Type="http://schemas.openxmlformats.org/officeDocument/2006/relationships/image" Target="/ppt/media/image8.png" Id="R6ea65a16e94044bd" /><Relationship Type="http://schemas.openxmlformats.org/officeDocument/2006/relationships/notesSlide" Target="/ppt/notesSlides/notesSlide2.xml" Id="R1a4353e0ba4a47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9533cb1d54116" /><Relationship Type="http://schemas.openxmlformats.org/officeDocument/2006/relationships/image" Target="/ppt/media/image.png" Id="R0de85c4a06594c3b" /><Relationship Type="http://schemas.openxmlformats.org/officeDocument/2006/relationships/image" Target="/ppt/media/image2.png" Id="R0754aee94b174a5f" /><Relationship Type="http://schemas.openxmlformats.org/officeDocument/2006/relationships/notesSlide" Target="/ppt/notesSlides/notesSlide3.xml" Id="R87d08ff83d81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b68546a604af9" /><Relationship Type="http://schemas.openxmlformats.org/officeDocument/2006/relationships/image" Target="/ppt/media/image.png" Id="R0627f998719d43f4" /><Relationship Type="http://schemas.openxmlformats.org/officeDocument/2006/relationships/image" Target="/ppt/media/image2.png" Id="R2b9eaa1ef7604c39" /><Relationship Type="http://schemas.openxmlformats.org/officeDocument/2006/relationships/notesSlide" Target="/ppt/notesSlides/notesSlide4.xml" Id="Rb143eec6f50f46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e8b2d36d148f8" /><Relationship Type="http://schemas.openxmlformats.org/officeDocument/2006/relationships/image" Target="/ppt/media/image.png" Id="R089abf0450494864" /><Relationship Type="http://schemas.openxmlformats.org/officeDocument/2006/relationships/image" Target="/ppt/media/image2.png" Id="R731e3f4661244c33" /><Relationship Type="http://schemas.openxmlformats.org/officeDocument/2006/relationships/image" Target="/ppt/media/image9.png" Id="R356b5ed4e29c425c" /><Relationship Type="http://schemas.openxmlformats.org/officeDocument/2006/relationships/image" Target="/ppt/media/image10.png" Id="Re070f01096cf468d" /><Relationship Type="http://schemas.openxmlformats.org/officeDocument/2006/relationships/notesSlide" Target="/ppt/notesSlides/notesSlide5.xml" Id="R4e38c62fc62345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da00145cb4990" /><Relationship Type="http://schemas.openxmlformats.org/officeDocument/2006/relationships/image" Target="/ppt/media/image.png" Id="Ra6c578f05b2f4c66" /><Relationship Type="http://schemas.openxmlformats.org/officeDocument/2006/relationships/image" Target="/ppt/media/image2.png" Id="R99817aa2e2cd402b" /><Relationship Type="http://schemas.openxmlformats.org/officeDocument/2006/relationships/notesSlide" Target="/ppt/notesSlides/notesSlide6.xml" Id="R577f7084211e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cc7c12da341c2" /><Relationship Type="http://schemas.openxmlformats.org/officeDocument/2006/relationships/image" Target="/ppt/media/image.png" Id="R844d48b4296546eb" /><Relationship Type="http://schemas.openxmlformats.org/officeDocument/2006/relationships/image" Target="/ppt/media/image2.png" Id="R6aef48b1a7814e72" /><Relationship Type="http://schemas.openxmlformats.org/officeDocument/2006/relationships/notesSlide" Target="/ppt/notesSlides/notesSlide7.xml" Id="Rc8d51e1f08684e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9fe62cea948f6" /><Relationship Type="http://schemas.openxmlformats.org/officeDocument/2006/relationships/image" Target="/ppt/media/image.png" Id="R1d163c557dd749f2" /><Relationship Type="http://schemas.openxmlformats.org/officeDocument/2006/relationships/image" Target="/ppt/media/image2.png" Id="R58844a4146304ce0" /><Relationship Type="http://schemas.openxmlformats.org/officeDocument/2006/relationships/notesSlide" Target="/ppt/notesSlides/notesSlide8.xml" Id="R5b3f319b1aaf4b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d5b6807ac4faa" /><Relationship Type="http://schemas.openxmlformats.org/officeDocument/2006/relationships/image" Target="/ppt/media/image.png" Id="R0b675ad0c19247d4" /><Relationship Type="http://schemas.openxmlformats.org/officeDocument/2006/relationships/image" Target="/ppt/media/image2.png" Id="R93c693ebd3f441c6" /><Relationship Type="http://schemas.openxmlformats.org/officeDocument/2006/relationships/notesSlide" Target="/ppt/notesSlides/notesSlide9.xml" Id="R7657b567d6bb44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60a52689c42e1" /><Relationship Type="http://schemas.openxmlformats.org/officeDocument/2006/relationships/image" Target="/ppt/media/image.png" Id="R91a6b367ed9943f5" /><Relationship Type="http://schemas.openxmlformats.org/officeDocument/2006/relationships/image" Target="/ppt/media/image2.png" Id="Rbc4b8a9790e748e4" /><Relationship Type="http://schemas.openxmlformats.org/officeDocument/2006/relationships/notesSlide" Target="/ppt/notesSlides/notesSlide10.xml" Id="Rf6174674bfb141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af5e7be864bae" /><Relationship Type="http://schemas.openxmlformats.org/officeDocument/2006/relationships/image" Target="/ppt/media/image.png" Id="Rd50efc7df51947d2" /><Relationship Type="http://schemas.openxmlformats.org/officeDocument/2006/relationships/image" Target="/ppt/media/image2.png" Id="R8d79bf2ef4514d13" /><Relationship Type="http://schemas.openxmlformats.org/officeDocument/2006/relationships/notesSlide" Target="/ppt/notesSlides/notesSlide11.xml" Id="R20d956d0c75247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36511786949d0" /><Relationship Type="http://schemas.openxmlformats.org/officeDocument/2006/relationships/image" Target="/ppt/media/image.png" Id="R966d8e10966e4a56" /><Relationship Type="http://schemas.openxmlformats.org/officeDocument/2006/relationships/image" Target="/ppt/media/image2.png" Id="R39d3d9a7fb994957" /><Relationship Type="http://schemas.openxmlformats.org/officeDocument/2006/relationships/notesSlide" Target="/ppt/notesSlides/notesSlide12.xml" Id="Rb6cff4f4d3d04c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792e83c8c4a6d" /><Relationship Type="http://schemas.openxmlformats.org/officeDocument/2006/relationships/image" Target="/ppt/media/image.png" Id="R6ed53784946a4994" /><Relationship Type="http://schemas.openxmlformats.org/officeDocument/2006/relationships/image" Target="/ppt/media/image2.png" Id="Rf8e1965e8aa94530" /><Relationship Type="http://schemas.openxmlformats.org/officeDocument/2006/relationships/notesSlide" Target="/ppt/notesSlides/notesSlide13.xml" Id="R58340d038aea45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8246870f84646" /><Relationship Type="http://schemas.openxmlformats.org/officeDocument/2006/relationships/image" Target="/ppt/media/image.png" Id="Radc201e8ec22410d" /><Relationship Type="http://schemas.openxmlformats.org/officeDocument/2006/relationships/image" Target="/ppt/media/image2.png" Id="R84f7ec6da196485f" /><Relationship Type="http://schemas.openxmlformats.org/officeDocument/2006/relationships/image" Target="/ppt/media/image10.png" Id="Rfaa18656039e4e92" /><Relationship Type="http://schemas.openxmlformats.org/officeDocument/2006/relationships/notesSlide" Target="/ppt/notesSlides/notesSlide14.xml" Id="Rcf7043bb6add40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91ac5c5f44205" /><Relationship Type="http://schemas.openxmlformats.org/officeDocument/2006/relationships/image" Target="/ppt/media/image.png" Id="R770c9cd1594f43f4" /><Relationship Type="http://schemas.openxmlformats.org/officeDocument/2006/relationships/image" Target="/ppt/media/image2.png" Id="Ra47f6cdc1fe94f2e" /><Relationship Type="http://schemas.openxmlformats.org/officeDocument/2006/relationships/notesSlide" Target="/ppt/notesSlides/notesSlide15.xml" Id="R72727ed6a93c49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19a6b00a04c06" /><Relationship Type="http://schemas.openxmlformats.org/officeDocument/2006/relationships/image" Target="/ppt/media/image.png" Id="R55aaa6354f4b4577" /><Relationship Type="http://schemas.openxmlformats.org/officeDocument/2006/relationships/image" Target="/ppt/media/image2.png" Id="R045fc2bb20ec4da6" /><Relationship Type="http://schemas.openxmlformats.org/officeDocument/2006/relationships/notesSlide" Target="/ppt/notesSlides/notesSlide16.xml" Id="R82747967dd5e4f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3344b6f1c4846" /><Relationship Type="http://schemas.openxmlformats.org/officeDocument/2006/relationships/image" Target="/ppt/media/image.png" Id="R9bed0b0b49f14dad" /><Relationship Type="http://schemas.openxmlformats.org/officeDocument/2006/relationships/image" Target="/ppt/media/image2.png" Id="R9bcb895400a1490d" /><Relationship Type="http://schemas.openxmlformats.org/officeDocument/2006/relationships/notesSlide" Target="/ppt/notesSlides/notesSlide17.xml" Id="R9436cccb49b14e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c68c3323346a9" /><Relationship Type="http://schemas.openxmlformats.org/officeDocument/2006/relationships/image" Target="/ppt/media/image.png" Id="Rfe2b91851e2449ab" /><Relationship Type="http://schemas.openxmlformats.org/officeDocument/2006/relationships/image" Target="/ppt/media/image2.png" Id="R69f6c2566a9c4670" /><Relationship Type="http://schemas.openxmlformats.org/officeDocument/2006/relationships/notesSlide" Target="/ppt/notesSlides/notesSlide18.xml" Id="R2b36bf73eff046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ec3a48d3b4b1f" /><Relationship Type="http://schemas.openxmlformats.org/officeDocument/2006/relationships/image" Target="/ppt/media/image.png" Id="Rb467479520d94020" /><Relationship Type="http://schemas.openxmlformats.org/officeDocument/2006/relationships/image" Target="/ppt/media/image2.png" Id="R995d01c176864457" /><Relationship Type="http://schemas.openxmlformats.org/officeDocument/2006/relationships/notesSlide" Target="/ppt/notesSlides/notesSlide19.xml" Id="Rc81a6e67dd914f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5e9684e234873" /><Relationship Type="http://schemas.openxmlformats.org/officeDocument/2006/relationships/image" Target="/ppt/media/image.png" Id="Raff41419fbe04358" /><Relationship Type="http://schemas.openxmlformats.org/officeDocument/2006/relationships/image" Target="/ppt/media/image2.png" Id="R81b8f53bb0aa4ce1" /><Relationship Type="http://schemas.openxmlformats.org/officeDocument/2006/relationships/notesSlide" Target="/ppt/notesSlides/notesSlide20.xml" Id="R72a7a8408ded46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5f1568d544c2" /><Relationship Type="http://schemas.openxmlformats.org/officeDocument/2006/relationships/image" Target="/ppt/media/image.png" Id="Rdf74cc79a83a4398" /><Relationship Type="http://schemas.openxmlformats.org/officeDocument/2006/relationships/image" Target="/ppt/media/image2.png" Id="R569de2d42a744875" /><Relationship Type="http://schemas.openxmlformats.org/officeDocument/2006/relationships/notesSlide" Target="/ppt/notesSlides/notesSlide21.xml" Id="Rbe23b480009a47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e52772aa54df7" /><Relationship Type="http://schemas.openxmlformats.org/officeDocument/2006/relationships/image" Target="/ppt/media/image.png" Id="R1114263d3304423d" /><Relationship Type="http://schemas.openxmlformats.org/officeDocument/2006/relationships/image" Target="/ppt/media/image2.png" Id="Re33dd06105074cd0" /><Relationship Type="http://schemas.openxmlformats.org/officeDocument/2006/relationships/notesSlide" Target="/ppt/notesSlides/notesSlide22.xml" Id="R74bb6c56259f4c4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17b7a10a54660" /><Relationship Type="http://schemas.openxmlformats.org/officeDocument/2006/relationships/image" Target="/ppt/media/image.png" Id="Rf389f55230e24372" /><Relationship Type="http://schemas.openxmlformats.org/officeDocument/2006/relationships/image" Target="/ppt/media/image2.png" Id="R54a34ddab70d4427" /><Relationship Type="http://schemas.openxmlformats.org/officeDocument/2006/relationships/notesSlide" Target="/ppt/notesSlides/notesSlide23.xml" Id="Re39d1179ce6d4b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9408144ad4c89" /><Relationship Type="http://schemas.openxmlformats.org/officeDocument/2006/relationships/image" Target="/ppt/media/image.png" Id="R9e3b16d8d88342af" /><Relationship Type="http://schemas.openxmlformats.org/officeDocument/2006/relationships/image" Target="/ppt/media/image2.png" Id="Rd160573c366f41e4" /><Relationship Type="http://schemas.openxmlformats.org/officeDocument/2006/relationships/notesSlide" Target="/ppt/notesSlides/notesSlide24.xml" Id="R2bf16b720eb14f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a1beb67ad44ca" /><Relationship Type="http://schemas.openxmlformats.org/officeDocument/2006/relationships/image" Target="/ppt/media/image.png" Id="R5730155100b64729" /><Relationship Type="http://schemas.openxmlformats.org/officeDocument/2006/relationships/image" Target="/ppt/media/image2.png" Id="Rb38d0ca317584ed4" /><Relationship Type="http://schemas.openxmlformats.org/officeDocument/2006/relationships/notesSlide" Target="/ppt/notesSlides/notesSlide25.xml" Id="Rf6d1cf103de1427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b51b011ec4775" /><Relationship Type="http://schemas.openxmlformats.org/officeDocument/2006/relationships/image" Target="/ppt/media/image.png" Id="Rc982ea5520144ad4" /><Relationship Type="http://schemas.openxmlformats.org/officeDocument/2006/relationships/image" Target="/ppt/media/image2.png" Id="R86d5a74db9b34616" /><Relationship Type="http://schemas.openxmlformats.org/officeDocument/2006/relationships/notesSlide" Target="/ppt/notesSlides/notesSlide26.xml" Id="Rd0a3145ec2ec44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13a16e3a94724" /><Relationship Type="http://schemas.openxmlformats.org/officeDocument/2006/relationships/image" Target="/ppt/media/image.png" Id="Rcfb3ab9ab6df4053" /><Relationship Type="http://schemas.openxmlformats.org/officeDocument/2006/relationships/image" Target="/ppt/media/image2.png" Id="R55c2941b1ae040d0" /><Relationship Type="http://schemas.openxmlformats.org/officeDocument/2006/relationships/notesSlide" Target="/ppt/notesSlides/notesSlide27.xml" Id="R5db5c3a8d9d643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43d9cb69443b8" /><Relationship Type="http://schemas.openxmlformats.org/officeDocument/2006/relationships/image" Target="/ppt/media/image.png" Id="Raa31a2adb4f04b7e" /><Relationship Type="http://schemas.openxmlformats.org/officeDocument/2006/relationships/image" Target="/ppt/media/image2.png" Id="R127f1b9f9c854291" /><Relationship Type="http://schemas.openxmlformats.org/officeDocument/2006/relationships/notesSlide" Target="/ppt/notesSlides/notesSlide28.xml" Id="Rcf2b1eddd59a468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f2b486c964411" /><Relationship Type="http://schemas.openxmlformats.org/officeDocument/2006/relationships/image" Target="/ppt/media/image.png" Id="Rc3bd1a916d884e07" /><Relationship Type="http://schemas.openxmlformats.org/officeDocument/2006/relationships/image" Target="/ppt/media/image2.png" Id="Rf2800f4263b142de" /><Relationship Type="http://schemas.openxmlformats.org/officeDocument/2006/relationships/notesSlide" Target="/ppt/notesSlides/notesSlide29.xml" Id="R5ce50a3dd3004e5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04c9ec9f64301" /><Relationship Type="http://schemas.openxmlformats.org/officeDocument/2006/relationships/image" Target="/ppt/media/image.png" Id="R78fae482180343a1" /><Relationship Type="http://schemas.openxmlformats.org/officeDocument/2006/relationships/image" Target="/ppt/media/image2.png" Id="R0d4c3bf407104450" /><Relationship Type="http://schemas.openxmlformats.org/officeDocument/2006/relationships/image" Target="/ppt/media/image3.png" Id="R80d2845d54ed4290" /><Relationship Type="http://schemas.openxmlformats.org/officeDocument/2006/relationships/image" Target="/ppt/media/image4.png" Id="Rba653208860f4c41" /><Relationship Type="http://schemas.openxmlformats.org/officeDocument/2006/relationships/image" Target="/ppt/media/image6.png" Id="R88376ff54be34924" /><Relationship Type="http://schemas.openxmlformats.org/officeDocument/2006/relationships/image" Target="/ppt/media/image7.png" Id="Radc01eaad8424006" /><Relationship Type="http://schemas.openxmlformats.org/officeDocument/2006/relationships/image" Target="/ppt/media/image11.png" Id="R0fb8a4e4dd574cba" /><Relationship Type="http://schemas.openxmlformats.org/officeDocument/2006/relationships/image" Target="/ppt/media/image9.png" Id="R7a3d04a589b84c4a" /><Relationship Type="http://schemas.openxmlformats.org/officeDocument/2006/relationships/notesSlide" Target="/ppt/notesSlides/notesSlide30.xml" Id="R67c89d4f9dce4db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31c1740da43b6" /><Relationship Type="http://schemas.openxmlformats.org/officeDocument/2006/relationships/image" Target="/ppt/media/image.png" Id="R4167292828e6429d" /><Relationship Type="http://schemas.openxmlformats.org/officeDocument/2006/relationships/image" Target="/ppt/media/image2.png" Id="R12f2dfb959044b99" /><Relationship Type="http://schemas.openxmlformats.org/officeDocument/2006/relationships/image" Target="/ppt/media/image9.png" Id="Rf8fade4575404d93" /><Relationship Type="http://schemas.openxmlformats.org/officeDocument/2006/relationships/image" Target="/ppt/media/image12.png" Id="R9cc6f03e303d4534" /><Relationship Type="http://schemas.openxmlformats.org/officeDocument/2006/relationships/image" Target="/ppt/media/image8.png" Id="Re75dbedba30d4599" /><Relationship Type="http://schemas.openxmlformats.org/officeDocument/2006/relationships/image" Target="/ppt/media/image13.png" Id="R5d46638f545f4b1e" /><Relationship Type="http://schemas.openxmlformats.org/officeDocument/2006/relationships/notesSlide" Target="/ppt/notesSlides/notesSlide31.xml" Id="R6e7df9bdcf7e45d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7d5a39ade449b" /><Relationship Type="http://schemas.openxmlformats.org/officeDocument/2006/relationships/image" Target="/ppt/media/image.png" Id="R0d2b2dae17474ae1" /><Relationship Type="http://schemas.openxmlformats.org/officeDocument/2006/relationships/image" Target="/ppt/media/image2.png" Id="R24bc91dad0ee43f2" /><Relationship Type="http://schemas.openxmlformats.org/officeDocument/2006/relationships/image" Target="/ppt/media/image3.png" Id="Rf6db695994e74d19" /><Relationship Type="http://schemas.openxmlformats.org/officeDocument/2006/relationships/image" Target="/ppt/media/image4.png" Id="Rf1c76cba9c6d4b06" /><Relationship Type="http://schemas.openxmlformats.org/officeDocument/2006/relationships/image" Target="/ppt/media/image5.png" Id="R43aa181af5614ac4" /><Relationship Type="http://schemas.openxmlformats.org/officeDocument/2006/relationships/image" Target="/ppt/media/image6.png" Id="Rdb4b6b7068e64916" /><Relationship Type="http://schemas.openxmlformats.org/officeDocument/2006/relationships/image" Target="/ppt/media/image7.png" Id="Re81468da9b3c4df3" /><Relationship Type="http://schemas.openxmlformats.org/officeDocument/2006/relationships/image" Target="/ppt/media/image8.png" Id="R120d6035c0a34e0c" /><Relationship Type="http://schemas.openxmlformats.org/officeDocument/2006/relationships/notesSlide" Target="/ppt/notesSlides/notesSlide32.xml" Id="Rc708ebf4c71344d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937c2ba0b48b0" /><Relationship Type="http://schemas.openxmlformats.org/officeDocument/2006/relationships/image" Target="/ppt/media/image.png" Id="Re043aa89ea0e4131" /><Relationship Type="http://schemas.openxmlformats.org/officeDocument/2006/relationships/image" Target="/ppt/media/image2.png" Id="Rf3a54fb062894083" /><Relationship Type="http://schemas.openxmlformats.org/officeDocument/2006/relationships/image" Target="/ppt/media/image14.png" Id="Rcb968436c7294599" /><Relationship Type="http://schemas.openxmlformats.org/officeDocument/2006/relationships/notesSlide" Target="/ppt/notesSlides/notesSlide33.xml" Id="R7244835517a742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06e018f07438f" /><Relationship Type="http://schemas.openxmlformats.org/officeDocument/2006/relationships/image" Target="/ppt/media/image.png" Id="Rfeeccfd7e4fe493a" /><Relationship Type="http://schemas.openxmlformats.org/officeDocument/2006/relationships/image" Target="/ppt/media/image2.png" Id="R6bfce0abf8af4588" /><Relationship Type="http://schemas.openxmlformats.org/officeDocument/2006/relationships/image" Target="/ppt/media/image15.png" Id="R40f4f27eb7ee4cae" /><Relationship Type="http://schemas.openxmlformats.org/officeDocument/2006/relationships/notesSlide" Target="/ppt/notesSlides/notesSlide34.xml" Id="R4ec857390196472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4aa5df4d846d6" /><Relationship Type="http://schemas.openxmlformats.org/officeDocument/2006/relationships/image" Target="/ppt/media/image.png" Id="R680c18b162334664" /><Relationship Type="http://schemas.openxmlformats.org/officeDocument/2006/relationships/image" Target="/ppt/media/image2.png" Id="Reacb49febb9b48b4" /><Relationship Type="http://schemas.openxmlformats.org/officeDocument/2006/relationships/image" Target="/ppt/media/image16.png" Id="R7171c8e2232a419d" /><Relationship Type="http://schemas.openxmlformats.org/officeDocument/2006/relationships/notesSlide" Target="/ppt/notesSlides/notesSlide35.xml" Id="R62387341720745a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40848af0c4b3a" /><Relationship Type="http://schemas.openxmlformats.org/officeDocument/2006/relationships/image" Target="/ppt/media/image.png" Id="Rec34cc9dbf88460b" /><Relationship Type="http://schemas.openxmlformats.org/officeDocument/2006/relationships/image" Target="/ppt/media/image2.png" Id="R10c31b17a5c8492e" /><Relationship Type="http://schemas.openxmlformats.org/officeDocument/2006/relationships/image" Target="/ppt/media/image17.png" Id="Race3775af40845bc" /><Relationship Type="http://schemas.openxmlformats.org/officeDocument/2006/relationships/notesSlide" Target="/ppt/notesSlides/notesSlide36.xml" Id="R7747b20e5c1e448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9a560ed7e4ac2" /><Relationship Type="http://schemas.openxmlformats.org/officeDocument/2006/relationships/image" Target="/ppt/media/image.png" Id="R70c87e906d5c40f5" /><Relationship Type="http://schemas.openxmlformats.org/officeDocument/2006/relationships/image" Target="/ppt/media/image2.png" Id="R7b49e3dff8fd4683" /><Relationship Type="http://schemas.openxmlformats.org/officeDocument/2006/relationships/image" Target="/ppt/media/image18.png" Id="R7a8177ca8f384432" /><Relationship Type="http://schemas.openxmlformats.org/officeDocument/2006/relationships/notesSlide" Target="/ppt/notesSlides/notesSlide37.xml" Id="R89fbb16a20a548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0de40ae3e4dbf" /><Relationship Type="http://schemas.openxmlformats.org/officeDocument/2006/relationships/image" Target="/ppt/media/image.png" Id="R51e054f7c8334efb" /><Relationship Type="http://schemas.openxmlformats.org/officeDocument/2006/relationships/image" Target="/ppt/media/image2.png" Id="Rabf22a0e0ba6489c" /><Relationship Type="http://schemas.openxmlformats.org/officeDocument/2006/relationships/image" Target="/ppt/media/image19.png" Id="R49db9aefbc1248ee" /><Relationship Type="http://schemas.openxmlformats.org/officeDocument/2006/relationships/notesSlide" Target="/ppt/notesSlides/notesSlide38.xml" Id="R6ffa52809d7f4e0e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3dc379d65d34a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b6d8ae0ed4f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493804fd343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7E20B531-30FA-4DD9-A27B-0AADA4A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2   |   DEMO 90 MENIT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7A4E89C-DB2C-4492-99A8-4046843E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LINUX HANDS-ON</a:t>
            </a:r>
            <a:endParaRPr sz="5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89468A7-FBA3-4716-AA42-7BAA41FD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COMMAND LINE FUNDAMENTALS</a:t>
            </a:r>
            <a:endParaRPr sz="26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8AB9EE15-33C5-4D5E-A9D0-29A13DC4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Navigasi, file dan log, permission, pipe, klasifikasi HTTP</a:t>
            </a:r>
            <a:endParaRPr sz="16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050C230C-7237-4E2A-A820-71A334A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448CD51-1171-4911-89C7-A103BED4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2  |  LINUX FUNDAMENTALS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E2CB83C-8B55-4BC0-8C2B-17F1EFE1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768D002-34ED-4D8A-A8FB-BA020D39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35570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C42046-00E5-45B9-94AC-5209095D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4A7C64-6768-4BAB-B5B5-98ADD0A5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F11DD0-732B-4DC5-8FCB-B2FA6EF4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23956a1314e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c27da32804d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A126EC0-2E12-40C0-B2CA-14E862D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12E475-BD25-4C5C-B613-642F1141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Overview Praktikum 2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33C37BD-E351-4F87-8F32-18E213A3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Teori Linux umum; tugas inti pada slide 32-36 dan modul repo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C621763-9F0F-4703-BF39-3D8B79B0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C30EAF7-CD69-4AE7-A29B-3A65F8A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YANG AKAN DIPELAJARI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Command Line Basics</a:t>
            </a:r>
            <a:endParaRPr sz="1100"/>
          </a:p>
        </p:txBody>
      </p:sp>
      <p:pic>
        <p:nvPicPr>
          <p:cNvPr id="4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763b5e3e246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5A65FEC-66CC-4E88-A1A9-3A8A5E12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Bash (Git Bash, WSL, Linux, macOS, Codespaces)</a:t>
            </a:r>
            <a:endParaRPr sz="1100"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00479d44c4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6440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826AFEFF-82EB-4AD9-9434-E45C6860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17296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workspace dengan setup.sh dan inspeksi file</a:t>
            </a:r>
            <a:endParaRPr sz="1100"/>
          </a:p>
        </p:txBody>
      </p:sp>
      <p:pic>
        <p:nvPicPr>
          <p:cNvPr id="5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7eee7fd814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831336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2829ADCE-D0D2-4DA9-AF91-D3DD16D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39896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Latih pwd, cd, ls, head, tail, grep</a:t>
            </a:r>
            <a:endParaRPr sz="1100"/>
          </a:p>
        </p:txBody>
      </p:sp>
      <p:pic>
        <p:nvPicPr>
          <p:cNvPr id="5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64ea4a73f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39826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FC7559F-6801-4F2E-9E90-F886041E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824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artefak cp, mv, touch, pipe, redirect</a:t>
            </a:r>
            <a:endParaRPr sz="1100"/>
          </a:p>
        </p:txBody>
      </p:sp>
      <p:pic>
        <p:nvPicPr>
          <p:cNvPr id="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4f41a3655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96519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6F2B55F8-56CF-4512-9AF7-9AE3FD2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73752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Isi check-status.sh dan baca izin execute</a:t>
            </a:r>
            <a:endParaRPr sz="1100"/>
          </a:p>
        </p:txBody>
      </p:sp>
      <p:pic>
        <p:nvPicPr>
          <p:cNvPr id="5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65a16e94044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32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C0125E28-9510-431D-8724-D2FF0CA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406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verify.sh sampai 0 gagal</a:t>
            </a:r>
            <a:endParaRPr sz="1100"/>
          </a:p>
        </p:txBody>
      </p:sp>
      <p:sp>
        <p:nvSpPr>
          <p:cNvPr id="24" name="Shape 14">
            <a:extLst xmlns:a="http://schemas.openxmlformats.org/drawingml/2006/main">
              <a:ext uri="{FF2B5EF4-FFF2-40B4-BE49-F238E27FC236}">
                <a16:creationId xmlns:a16="http://schemas.microsoft.com/office/drawing/2014/main" id="{907E2EF0-DCA5-47D3-B7F0-D24CB701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68AFAF59-D872-4EF3-B74E-B8784FDA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DELIVERABLES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Yang Dikumpul</a:t>
            </a:r>
            <a:endParaRPr sz="1100"/>
          </a:p>
        </p:txBody>
      </p:sp>
      <p:sp>
        <p:nvSpPr>
          <p:cNvPr id="26" name="Text 16">
            <a:extLst xmlns:a="http://schemas.openxmlformats.org/drawingml/2006/main">
              <a:ext uri="{FF2B5EF4-FFF2-40B4-BE49-F238E27FC236}">
                <a16:creationId xmlns:a16="http://schemas.microsoft.com/office/drawing/2014/main" id="{593BCA9A-9408-4E31-93EA-E32325A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URL repo pribadi meet2CloudService
2. workspace/ berisi lima artefak tugas
3. check-status.sh dan Hasil: 0 gagal
4. hasil/lab02.md dan bukti screenshot
5. Jawaban lima pertanyaan modul mahasiswa</a:t>
            </a:r>
            <a:endParaRPr sz="1200"/>
          </a:p>
        </p:txBody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06F9014D-0545-4047-B753-CEEC0D9E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D5A94DA2-D61D-49DC-8FB9-DEB2F590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Waktu kumpul mengikuti LMS/dosen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72517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AEF7BF-CAA2-4237-B4EE-408EDCDA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120E7B-1536-446D-B03F-9BC57A9B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D4A4B-FA0D-4428-86AB-84034B66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85c4a06594c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4aee94b174a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D440010-B9B0-445B-8C5A-3CFB858F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709028A-30A7-43BB-AF97-2EC429A2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Pra-requisite - Pilih 1 Path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C555DF3-65F5-4FD6-8D9E-DAB6A664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Pilih Bash yang tersedia; Git Bash cukup untuk lab inti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A346D0A-C2FE-492B-AB43-7D1C8E68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84D531F-872D-413E-84B5-E401952C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12700">
            <a:solidFill>
              <a:srgbClr val="0078D4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1C6482B-2440-47FC-801C-74DC8F3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PATH A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11E14C1-1DDB-4BDB-AA77-CA62AF4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Windows</a:t>
            </a:r>
            <a:endParaRPr sz="22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2254CAB-A27A-4514-884E-ACF7F89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 Bash / WSL2</a:t>
            </a:r>
            <a:endParaRPr sz="14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91706B4-B782-494C-85F7-6CCA5EB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3337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Windows: Git Bash paling cepat; WSL2 juga didukung.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939E440-B5D5-451A-AE7A-133F9EF5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F9D2872-820F-4520-9604-33F6EB73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Gunakan yang sudah siap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8C92F35-7A88-4A94-8083-2820EB9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10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B27E32F7-5D1C-4D36-BEC3-32FCA652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Bash siap pakai
+ File kerja lokal
+ Tidak perlu Docker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5B73AB3-48FE-4101-B2F7-A00529EB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333756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95F05B1-A590-454F-A7E3-06DD578C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6440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SEMUA JALUR VALID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1C736BB-088A-4698-A776-C4B70B2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9BAB249-7CF2-423C-8B56-4A153CA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00000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14A105D-D46F-4EA0-B770-D4522E3E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PATH B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9422D56-8D53-4893-824D-39F9CCDE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8308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macOS</a:t>
            </a:r>
            <a:endParaRPr sz="22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38E39096-EF91-4050-B1FC-4735B704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6888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Terminal Native</a:t>
            </a:r>
            <a:endParaRPr sz="1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93CB344-B80F-4B74-9BE8-9553DEFC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34640"/>
            <a:ext cx="3337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macOS BSD Unix-based - terminal sudah ada di Applications/Utilities.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CF2E5A1E-AA72-4092-85CA-03C23E0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148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39EB1C25-77B0-4AFD-A372-C423321B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1480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 0 menit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F6F519F-CB6D-437B-A4FF-3A400536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10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73BABF2-B134-49B7-AD44-8D1CDD3B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8006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Sudah install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Familiar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BSD = mostly compatible</a:t>
            </a:r>
            <a:endParaRPr sz="10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B417E90A-DD8A-4486-A629-F717EE86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806440"/>
            <a:ext cx="333756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A2B22B5-E1EF-4165-8403-541ED2B3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806440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DEFAULT - START HERE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9E32E6FB-FA58-450F-AD2A-883E0007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8B6DBD0-5C83-4B5A-BABC-A3457B87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D4B808E3-E71D-4BA5-AAB4-AAD2FED3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50876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PATH C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8E9F6BFF-8A7F-4330-A038-C65A7441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78308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OS</a:t>
            </a:r>
            <a:endParaRPr sz="22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97638119-17B0-40FD-B6FC-472D35D9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6888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 Codespaces</a:t>
            </a:r>
            <a:endParaRPr sz="14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CBB52450-84E1-415B-8F9F-77526DDB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34640"/>
            <a:ext cx="3337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Linux full di browser - pakai akun GitHub Anda dari Praktikum 1.</a:t>
            </a:r>
            <a:endParaRPr sz="11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D0DF9DDA-ADD3-4E8D-B2E1-EB9590E4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114800"/>
            <a:ext cx="33375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A0B12A55-9EC3-4794-9BBD-2A6C8E55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114800"/>
            <a:ext cx="3337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 2 menit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A3F6B319-8881-42D7-A06E-860FF170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10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793CA306-A6F6-4254-A334-A86165D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006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Browser Linux  | + Akses repo GitHub  | + Alternatif jika lokal macet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41113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5D6300-7E39-4229-AF91-2562277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729BF02-E171-43B8-8027-C8CCE8F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4CF315-DB96-4C29-B040-D8B90284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B77C01-5389-4C67-BDF9-CDAACAA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BBE5C66-7F28-403E-9D34-AF4A6242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EADD506-2D0B-4441-B8AE-584CFF4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563C935-F2A4-4CB9-81FE-BBBABD6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7f998719d43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eaa1ef760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A0CC503-1D9B-4FF8-B32D-49F93AD1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BEED79E-62D4-4911-BA7C-2AA0C8E1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 Linux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Environment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C450A68-3C8D-4CCE-B137-9608850E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6C5073D-F0F8-44D8-A421-20A4833F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Pilih path Anda + ikuti setup sebelum 15 menit pertama habis.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02769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17866E-1D77-44B7-803E-CA41D0B7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5E00B3-9999-47CA-8CD5-A1156B8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CEA0D6-7776-4FF8-A9F7-1EEF086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abf045049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e3f466124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E45E10D-B36A-4E0F-8F80-06CAA752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62A1F91-3B08-48EA-A1A2-54A0A1D4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Path A - WSL2 Install (Windows 10/11)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6700C28-4BB9-4964-8A19-A4681659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Sekali install, dipakai selamanya. Butuh ~15 menit.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E87DBA0-E7ED-40E5-A489-6CC8C7EC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09F163F-4AF7-408A-9062-0A5784B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5386DE1-E7E4-44DA-A83B-CEEFDFA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46EF2DE-0038-4C65-AA53-2086AE46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060233F-BEB9-4FE2-B47E-2087C1A0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3A29E10-4159-4414-9ACF-BF3EA76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 - run as Administrator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4EF48E0-FF3F-45E7-9B62-BF639652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Klik Start -&gt; ketik 'PowerShell'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   Klik kanan -&gt; 'Run as administrator'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Install WSL + Ubuntu (default):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PS&gt;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wsl --install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Installing: Virtual Machine Platform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Installing: Windows Subsystem for 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Installing: Ubuntu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The requested operation is successful.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Changes will not be effective until reboot.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REBOOT laptop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PS&gt;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Restart-Computer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Setelah reboot - Ubuntu auto-launch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   Pertama kali butuh ~2 menit setup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Isi user + password Linux: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Enter new UNIX username: 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budi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New password: 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********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Welcome to Ubuntu 24.04 LTS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budi@laptop:~$ _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6D48E9C-147B-42BB-9D1D-87FA916E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69E92A6-8032-486C-AD90-5320D13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Verifikasi Berhasil</a:t>
            </a:r>
            <a:endParaRPr sz="1400"/>
          </a:p>
        </p:txBody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b5ed4e29c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2D15E85-3817-48BE-9D39-BBC48972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568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Terminal Ubuntu terbuka</a:t>
            </a:r>
            <a:endParaRPr sz="11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C6FED56C-B126-4C9A-B787-96D45EF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5000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Prompt: user@hostname:~$</a:t>
            </a:r>
            <a:endParaRPr sz="950"/>
          </a:p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b5ed4e29c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7889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19D7FAC8-59F3-46A9-A84F-8A55D6F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576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Cek versi Ubuntu</a:t>
            </a:r>
            <a:endParaRPr sz="11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C725B0B1-61A8-4D0F-B17B-BE2991CA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08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$ lsb_release -a</a:t>
            </a:r>
            <a:endParaRPr sz="950"/>
          </a:p>
        </p:txBody>
      </p:sp>
      <p:pic>
        <p:nvPicPr>
          <p:cNvPr id="6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b5ed4e29c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4290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547CFC81-15B3-44A4-8627-67677AFD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584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Cek versi WSL</a:t>
            </a:r>
            <a:endParaRPr sz="11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303AD6C4-62DB-45FF-B63A-E23D44E9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016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PS&gt; wsl --version</a:t>
            </a:r>
            <a:endParaRPr sz="950"/>
          </a:p>
        </p:txBody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b5ed4e29c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0690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B399F2B8-4183-4B00-A495-7324F62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9592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Update package list</a:t>
            </a:r>
            <a:endParaRPr sz="1100"/>
          </a:p>
        </p:txBody>
      </p:sp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1169C81B-D621-48AB-AA70-274DD005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7024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$ sudo apt update</a:t>
            </a:r>
            <a:endParaRPr sz="950"/>
          </a:p>
        </p:txBody>
      </p:sp>
      <p:pic>
        <p:nvPicPr>
          <p:cNvPr id="7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0f01096cf46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7091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2" name="Text 23">
            <a:extLst xmlns:a="http://schemas.openxmlformats.org/drawingml/2006/main">
              <a:ext uri="{FF2B5EF4-FFF2-40B4-BE49-F238E27FC236}">
                <a16:creationId xmlns:a16="http://schemas.microsoft.com/office/drawing/2014/main" id="{5CE6FFD8-BF1B-4694-8CF2-4E84A1D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600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Kalau 'WSL2 requires Hyper-V'</a:t>
            </a:r>
            <a:endParaRPr sz="1100"/>
          </a:p>
        </p:txBody>
      </p:sp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61A34779-FD9E-4A88-A62D-98A8778C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032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BIOS -&gt; enable virtualization (VT-x)</a:t>
            </a:r>
            <a:endParaRPr sz="950"/>
          </a:p>
        </p:txBody>
      </p:sp>
      <p:pic>
        <p:nvPicPr>
          <p:cNvPr id="7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0f01096cf46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3492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EBEE12A7-06F5-488D-8417-10BBA532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08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Kalau bingung, panggil dosen</a:t>
            </a:r>
            <a:endParaRPr sz="1100"/>
          </a:p>
        </p:txBody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911BF094-1EB2-4DAA-9699-19E765F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5040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Hubungi dosen atau kanal LMS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500588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FBA606-19F2-40F6-AB86-8FA780DF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391B70-3B13-4B84-8549-624BF1A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67ADDDA-F702-40F2-8C3C-96626684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578f05b2f4c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17aa2e2cd40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90AE104-B8BC-4C7A-B802-41192131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30B724E-F27F-4B0C-A889-15D5AAA1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Path B - macOS / Path C - GitHub Codespaces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1A00C03-3B0B-4AFD-955E-DEC5E9A8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macOS sudah punya terminal; Codespaces dapat dipakai dari repo pribadi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C59E532-767A-4792-8D29-69ADA68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D34625B-656D-4F13-988B-85E79FE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2EE2096-35C8-4C0D-8217-83F70AB8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71DE8F2-C4C9-48AD-BF27-96786099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8856B53-0736-4A63-9AB1-7682B052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BC7B746-C15D-4475-B27C-FA3B1D0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Path B - macOS Terminal (Mac users)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0D2939C-2836-42AA-8F0E-79BC4119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Cmd + Space &gt; Terminal
#    Atau Applications &gt; Utilities &gt; Terminal
# 2. Periksa shell dan Bash
echo $SHELL
bash --version
# 3. Clone repo pribadi Lab 02
git clone https://github.com/USERNAME/NAMA-REPO.git
cd NAMA-REPO
# 4. Buat data latihan
bash scripts/setup.sh
bash scripts/inspect.sh
# Utilitas bawaan macOS cukup untuk tugas inti.</a:t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0F7B9C3-A8ED-41B9-A562-2CAB9F7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873AD23-65BB-4504-BC8B-8F641CD0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4CBC5CA-D617-411C-8EED-E68F8DB9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250EA45F-5592-49BE-86AF-D48CC545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79C1DA0-5E7A-4AA2-A258-08D90E75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618F99D-7591-48FC-B7EA-DBE14A0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Path C - GitHub Codespaces (Backup)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E53945F-0F31-43ED-8064-9C7A8E3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Buka repo pribadi meet2CloudService di GitHub.
# 2. Buka Codespace untuk repo itu dari menu Code.
# 3. Di VS Code browser, buka Terminal &gt; New Terminal.
# 4. Pastikan pwd menunjuk root repo Lab 02.
# 5. Jalankan bash scripts/setup.sh dan inspect.sh.
# 6. Simpan hasil dengan git commit/push.
Kuota dan batas waktu Codespaces mengikuti akun Anda.
Hentikan Codespace setelah kelas bila tidak dipakai.</a:t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07941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AC1C44-8A53-41C1-942E-1D624A5E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95BA0E0-6BD5-440D-99BE-357293E2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A82515A-ABC3-431E-88A1-CADC9095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02218DC-F07C-4814-BF0F-A97CE5B1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C7BAD9F-8656-41DF-A32E-2E9DC56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ACEAC1-7E4F-451A-B578-F0502124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2649342-3A2F-43F0-AD07-9DC6F52E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d48b4296546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f48b1a781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9AD3267-B1A1-4F76-ACE4-8CA5AA3F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8A5B818-2532-48F0-BAA0-C4D3E099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Navigation &amp;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File Ops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DF6F04F-C692-4D32-996F-BBF85571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92C6013-850F-4130-BC6E-1A1C7E2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Pengayaan konsep Linux; tugas inti dan bukti ada di slide 32-36.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45618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BEE226-0BA5-4BD7-B75F-F5F6902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BA3F57-499F-4667-8EF2-984764EB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7828A5-AF32-4555-AADD-0279C779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63c557dd7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44a4146304c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4458D02-C9AC-4332-A615-B6F9327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EA8162E-B049-420B-9B37-F845CF98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1 - Navigation (10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63545BB-6435-4C54-9EE0-A2971D25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pwd, ls, cd - command yang paling sering dipakai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9BDA8AA-5E9E-4AC1-B3E4-70327C29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29FFEEA-1236-4F27-8A3F-6252AE1F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05656B8-5F93-4DC6-B2DE-541E715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709E15F-68D6-42DE-BF01-33402A65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69BAAA7-C591-4361-AFA5-2180F38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39F03C9-E841-4026-88E9-063A7AAD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Ketik command satu per satu, observe output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5F47DC2-6482-49B4-BA8A-39ED753A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Cek lokasi sekarang (Print Working Directory)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pwd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/home/budi  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&lt;- ini home directory Anda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Lihat isi folder current (List)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Desktop  Documents  Downloads  Music  Pictures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ls dengan detail (long format) + hidden file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 -la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drwxr-xr-x  5 budi budi  4096 May 16 10:00 .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drwxr-xr-x 22 root root  4096 May 16 09:50 ..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-rw-r--r--  1 budi budi   220 May 16 09:50 .bashrc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-rw-r--r--  1 budi budi   807 May 16 09:50 .profile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Pindah ke folder (Change Directory)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Documents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pwd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/home/budi/Documents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Shortcut yang sering dipakai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..</a:t>
            </a: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&lt;- naik 1 level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~</a:t>
            </a: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&lt;- balik ke home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-</a:t>
            </a: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&lt;- balik ke folder sebelumnya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/</a:t>
            </a: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&lt;- ke root filesystem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46122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6F0D23-20CA-45AE-8CB1-99445C4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0FAC0C-1542-49DB-A640-54334B07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75D810F-B145-484D-902B-566A5BFE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75ad0c19247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693ebd3f441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E79E24E-9E48-492D-BF90-07EF6C28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F7F682F-D335-4558-B74F-1B0113BD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2 - Create &amp; Manipulasi File (10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D8B60C3-B3CF-4D7D-8077-32F4437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mkdir, touch, cat, echo, cp, mv, rm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91FD948-5222-47CB-916B-E75ACB20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95A4EAA-F33C-4B8D-91AF-16D8948F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80C1848-1D39-468A-AC47-E18D8D5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1AA0B68-54E3-4BAC-94D3-1DBF6794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ABB0D29-1AAB-43CF-940A-66DBC701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DF993D3-5C44-49F8-9F87-7C1F1E83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Bagian A - Create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8BD8164-C362-49AD-87C3-3DBB7874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Pastikan di home dulu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~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Buat folder baru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mkdir 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Buat file kosong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touch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Isi file dengan echo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"Hello Linux!" &gt;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Append (tambah baris) - pakai &gt;&gt;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"Praktikum 2" &gt;&gt;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"Nama: [Anda]" &gt;&gt;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Lihat isi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Hello Linux!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Praktikum 2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Nama: [Anda]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051D0E3-955E-40DB-8EF6-785B772C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A9A26A9-2481-4E35-957C-9603B88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A960270-5D67-411C-A889-C2744F1A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BF86255-18C5-4865-BA1E-E9000DF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D48B5FC7-E144-4FCB-8FF4-E84B4019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1465F52-F55B-4D2D-AEC7-A9817F2F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Bagian B - Copy, Move, Delete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04A0DDD-C692-44C5-95D6-EC3A6946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Copy file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cp notes.txt notes-backup.txt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notes-backup.txt 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Rename / Move file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mv notes-backup.txt backup.txt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backup.txt 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Buat subfolder + pindahkan file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mkdir arsip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mv backup.txt arsip/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 arsip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backup.txt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Hapus file - HATI-HATI no undo!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rm arsip/backup.txt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Hapus folder (kosong)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rmdir arsip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Hapus folder + isinya: rm -r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# JANGAN PERNAH: rm -rf /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71120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6ADDD3-E4B9-4A4F-9FAC-CC911764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BE01E4-D5E7-4F8F-9CFB-B0B0C6B3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269B1-8662-4B00-9278-D1EB188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6b367ed9943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b8a9790e748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7BCD4D0-C3C5-4F21-A712-734AB7E3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49DD32B-5DFB-4E0E-BA64-FBB9E901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3 - Baca File (8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EAB7573-919E-46A0-9981-7D768AA3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Gunakan docs/ dan logs/ dari repo; tidak perlu unduh data eksternal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50ED8D4-8B27-4E9C-BC34-4B579B49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EFCEE81-DAB5-4CA4-B33F-4CB97C0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483B234-6FD4-4A66-95A7-165F1D5C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2E171E2-F356-4A2F-99FA-1B1A2ABB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4706C4A-9600-4F1F-B013-3C59081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9DBC4F1-C2DD-4AF8-BE80-C03848ED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Data latihan dibuat oleh scripts/setup.sh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AEB1CAC-DBFF-4402-9913-46A01F96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Dari root repo pribadi Lab 02
bash scripts/setup.sh
cd workspace
# 1. Baca file kecil
cat docs/readme.txt
# 2. Awal CSV dan akhir log
head -n 2 docs/requests.csv
tail -n 2 logs/app.log
# 3. Pembaca bertahap (tekan q untuk keluar)
less logs/app.log
# 4. Pilih baris error
grep 'ERROR' logs/app.log
# Path relatif dihitung dari workspace/</a:t>
            </a:r>
            <a:endParaRPr sz="13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37936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9BBE81-A33B-4448-88D5-AB997980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5573B6-9C97-42E6-9F94-78161EBC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0C8B7D-23C8-4088-8AA1-0FAE8F4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efc7df51947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9bf2ef4514d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2B9F2DB-4A23-4123-8A5A-BEA9994A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16FD323-E170-4EAE-943F-43EA4D5E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4 - Edit File dengan nano (5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CA887B9-FD38-4C79-948F-0E801C1A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nano = editor termudah. vim untuk yang sudah comfortable.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1A945DA-05A3-4183-9AA7-55DFF115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54CD28C-9E6C-4BDA-BF09-70D6911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EC6D798-59C8-46C0-AC52-2860325E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823A351-4260-4535-98F8-F962D75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CECD06F-BA8C-4D03-A06C-600C8E51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AE26D34-6ECA-42F4-B57D-A3DF29C8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nano - editor terminal beginner-friendly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03CAC8B-700F-4FFD-90A8-043960ED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Buka file dengan nano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nano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Layar editor terbuka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+-----------------------------+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GNU nano 7.2     notes.txt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                          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Hello Linux!              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Praktikum 2               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Nama: [Anda]              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                          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^G Help  ^X Exit  ^O Save 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+-----------------------------+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Edit text seperti biasa (arrow keys)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Tambah baris: NIM: [Anda]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Shortcut PENTING: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Ctrl+O = save file (write Out)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Ctrl+X = exit nano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Ctrl+K = cut line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Ctrl+W = search (Where)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Ctrl+G = help screen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Symbol ^ di nano = Ctrl key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B82B27A-DFE8-41DD-9D1D-9AC84D7D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C6F8F6BC-404B-45F2-9372-816D4BAB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Bonus - vim Quick Survival</a:t>
            </a:r>
            <a:endParaRPr sz="14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C159CBF-7979-409B-884A-EC24ABFF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vim lebih powerful tapi steep learning curve - basic survival kit: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2E5E1139-347C-42C4-A731-CA663BC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E004418-1596-4676-BEB8-04B66AF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688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vim file.txt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E8E334B-426F-44F3-BAB1-14ACD87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88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file dengan vim</a:t>
            </a:r>
            <a:endParaRPr sz="10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6AADE1B8-6DAB-4ACF-8AB3-372079A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60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C8F74DB-75CD-4C2D-92A3-9F202EEA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260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A569437-931D-4FF4-A873-448F099A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60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Masuk INSERT mode (bisa ketik)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D0D676B-3F4E-41AC-9074-01BFC4A0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CFE8440-83BF-4BA5-AAAA-E06727AA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832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Esc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60A414E-774E-461A-ABF0-3321FA9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32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Kembali ke NORMAL mode</a:t>
            </a:r>
            <a:endParaRPr sz="10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2CF5B12-1FAB-4041-BF85-E3BC7A21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DC7CF93F-5B52-42E2-B8E7-02EC712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:w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6208018-9EB6-433B-B8BD-71ADD378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04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Save file</a:t>
            </a:r>
            <a:endParaRPr sz="10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FC541C40-DCE5-42EF-AA51-957A00C3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76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BEF4AF-5CD2-45A1-9A6B-D8882ECA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976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:q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0FC004C-1DB1-4878-8851-619D73C8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76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Quit (kalau ada perubahan: q!)</a:t>
            </a:r>
            <a:endParaRPr sz="10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44902F80-DAB5-47B3-82BE-C26AECF6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548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3DF59D7C-9363-467A-BFB1-8DD9972B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548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:wq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D0500968-7042-4070-B1C2-F8653A11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548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Save &amp; quit sekaligus</a:t>
            </a:r>
            <a:endParaRPr sz="10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6344ED7E-9E6B-464B-9A10-7F5BDC9E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20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AB02E7F-51AE-4630-8171-575745AB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2120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/text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1F87FCF-D498-4EE3-A866-7EA3A615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120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Search 'text'</a:t>
            </a:r>
            <a:endParaRPr sz="1000"/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5AF07C80-6939-4AFE-89CC-3267BE5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692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5D8F6DA3-9CB2-4A7C-9B09-EE43E49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66928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dd</a:t>
            </a:r>
            <a:endParaRPr sz="11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F4AC4166-31D7-44AC-991B-06AFC54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69280"/>
            <a:ext cx="3246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Delete 1 line di NORMAL mode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1277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00980B5-57DF-4298-AA15-EAC37BEE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94CE728-712E-40C8-9266-DA166A3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FD805C-99EA-4A1C-BF19-06CA1B02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7C40BAF-BA7D-4F55-8A96-0D5FD50E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145DF40-D835-4B08-83FD-C289B594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AAE908-879A-4096-A661-DAFCC3A5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2DA982-F87F-43CC-99A8-5A7BCC5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d8e10966e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3d9a7fb99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BE40C1-9C7B-4F8E-A286-35881C37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9C442CB-6AD5-4579-BDCD-96E3B070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Permissions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Ownership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121A02D-1ACA-4975-AF11-BC0A0880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37C266A-1B72-44DA-B39B-733DAAE4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Kontrol siapa bisa read/write/execute file - foundation security Linux.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62021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8FEE0E-25CC-4446-95EF-C5D15E3F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7BDA41-AA32-4D0D-9D0B-C6164867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C7133C0-1FF7-487F-BA67-21AC6A89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53784946a4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1965e8aa945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714F1F4-22D1-4D78-8610-348B8A7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13BBD4F-EEBA-4C61-A688-327FC54A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5 - Anatomi 'ls -l' Output (5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DB75741-CAD4-4475-BB80-87818D2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Setiap karakter di kolom permission punya arti spesifik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24FDD38-137F-49A1-AE7D-242002C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2C694CE-7189-498C-AE64-B024D086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76B5A6C-D600-40C7-B13B-9F01D2C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B4DB86-A128-4945-B61B-A7038E15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BCDE593-A21F-4FE9-A9A9-12D79422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9C5DC95-A0C7-4BE5-BE65-779A5AE4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ls -l output - dari command sebelumnya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9475BE4-C879-4BA8-865D-33F2D6AB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 -l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-rw-r--r--  1  budi  budi  47  May 16 10:00 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|||||||||||   |    |     |    |       |          |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|||||||||||   |    |     |    |       |          file name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|||||||||||   |    |     |    |       last modified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|||||||||||   |    |     |    size (bytes)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|||||||||||   |    |     group owner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|||||||||||   |    user owner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|||||||||||   number of hard links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+--+--+--+--- permissions (10 char)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E3A36EA-C18E-48F3-BBD1-6327888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2051857-2E97-4498-8B22-1420B4F8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Breakdown 10 Karakter Permission</a:t>
            </a:r>
            <a:endParaRPr sz="13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03D571F-598F-4274-9983-865F83C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99CAFE2-B41B-4448-802C-B3398EE3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13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66B9192-EC0A-4BF3-8E37-FD36EAC5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Pos 1</a:t>
            </a:r>
            <a:endParaRPr sz="10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79FCAFF1-B35F-4E72-B0DF-FC92CEF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16052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Tipe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75C9F96-10C9-4BCD-9AFE-8E396588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206240"/>
            <a:ext cx="9144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0399EE8-2F5E-4A2D-8EEA-CEB6506F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20624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7994300-9848-4F6F-9355-35F7E440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16052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 = file, d = directory, l = symlink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C2FA1B9A-055C-4CBF-9DEB-1E791963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1CFFAA71-E3B0-4D76-BD32-4CF2D65B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13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C5BA082-A17B-45FF-887A-47FCBAB8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6344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Pos 2-4</a:t>
            </a:r>
            <a:endParaRPr sz="10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9BC4301E-30FE-4A6E-B9D6-139513E9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66344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Owner (User)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A2ED2A0A-2D64-4B55-9A12-50F86AE8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709160"/>
            <a:ext cx="9144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83D6F7A-F24C-494D-81FB-D4159241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70916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rw-</a:t>
            </a:r>
            <a:endParaRPr sz="12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7178F22F-58A2-4F7D-A440-8965EC9C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66344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r=read, w=write, x=execute (- = no permission)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6AB579E-69F9-49AD-871B-380E93AE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B06C842F-A7F0-4875-890D-085F5C9E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13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1FFCEDD-6EAA-4D45-81E5-58206AC9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Pos 5-7</a:t>
            </a:r>
            <a:endParaRPr sz="10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7DB3E36-8FA7-48BF-87C0-1F919246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16636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Group</a:t>
            </a:r>
            <a:endParaRPr sz="11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8434598C-9B0B-4079-970C-7455E6A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212080"/>
            <a:ext cx="9144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67A345E7-6F2B-4396-917B-49EA095D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2120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r--</a:t>
            </a:r>
            <a:endParaRPr sz="12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828680B6-2985-4337-B01D-85969A2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16636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Permission untuk anggota group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0F0FE0C3-5009-4DEF-B378-51477566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352AC420-DA35-4A0E-BA57-A43FE14A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3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33452D51-E1DB-426B-AA53-208D104F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6928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Pos 8-10</a:t>
            </a:r>
            <a:endParaRPr sz="10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F3D5C40D-9125-4CEE-B918-2FE0339E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669280"/>
            <a:ext cx="2560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Others (everyone)</a:t>
            </a:r>
            <a:endParaRPr sz="110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C09B4523-51B2-4537-B5C3-4518CF27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715000"/>
            <a:ext cx="9144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B8E7C635-47AB-4541-96DA-04A098A5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71500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r--</a:t>
            </a:r>
            <a:endParaRPr sz="12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FE8B43F9-1D31-46FE-A985-E9AF27DF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5669280"/>
            <a:ext cx="5852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Permission untuk semua user lain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003117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734BD2-B925-43E5-9162-893E5710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D51725-E0A3-4303-86FB-A68632C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42E92E9-A81B-4491-8404-8A800F8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201e8ec2241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7ec6da19648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22A1E3A-5FCF-4243-BF00-2D1AA77A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4152B4E-B433-4D60-A209-14733460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6 - chmod &amp; chown (10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B9AEAF8-2A01-4C76-B1A1-5F71869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Ubah permission + ownership file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F71740-DBC2-4D81-BFF8-55FCA09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0C65BF6-DACD-43A8-8238-E8553F5C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1417FB8-D46C-4704-B73A-3CDAB02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AEBC1B5-79B4-4202-84E9-A71F2BD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29101AD-FEEB-48ED-95ED-B2F8C247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B7598B3-1993-4588-AFD6-E4B2B97D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chmod - dua cara: symbolic atau octal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82D3E37-F9B7-49C5-BA2C-494516A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Cek permission awal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 -l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-rw-r--r-- 1 budi budi 47 ...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CARA 1: Symbolic (mudah dibaca)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u+x notes.txt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User: tambah execute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g-r notes.txt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Group: hapus read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o=rw notes.txt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Others: set jadi rw saja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CARA 2: Octal (lebih cepat ketik)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644 notes.txt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rw-r--r-- (default file)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755 script.sh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rwxr-xr-x (default script)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700 secret.txt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rwx------ (private)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777 public/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rwxrwxrwx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# HINDARI 777 - terlalu open!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8C0C1C4-BB01-46DC-8E9E-C6BA4F25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1458811-93F4-4403-B40F-58DECD17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Octal Permission Cheat</a:t>
            </a:r>
            <a:endParaRPr sz="14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B6F0D07-EC16-4737-AC8B-9F449B72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Setiap digit = rwx jadi binary 4+2+1: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C5F139B-22D0-467C-9567-33975E3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316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21B4F63-754B-4DA2-9603-5EEA4828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2316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7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546D946-07C9-49D7-94D2-3F2B505A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2316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111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3CD2057-FD19-4453-92E2-1455D501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42316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rwx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BD62D10-BF40-4BA9-B060-454C3E82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231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access</a:t>
            </a:r>
            <a:endParaRPr sz="10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D7AAD02F-4EA2-453D-B201-F04180DD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4C78309-3EB8-4DFD-BECB-A7DAA97F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3464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6</a:t>
            </a:r>
            <a:endParaRPr sz="1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3C7561F-D79E-4159-8699-D7FE9C66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83464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110</a:t>
            </a:r>
            <a:endParaRPr sz="10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E42875A-45BA-48FB-978C-B51ED98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83464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rw-</a:t>
            </a:r>
            <a:endParaRPr sz="11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98C0A823-DB8C-4933-886F-FCEDDACE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8346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Read + write (default file)</a:t>
            </a:r>
            <a:endParaRPr sz="10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9A98B82A-68E5-4F23-96AC-63A60C27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4612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490DF20-E50D-42AA-B661-9BDF3C23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4612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5</a:t>
            </a:r>
            <a:endParaRPr sz="14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E0569E65-4253-465C-8787-B70B8A96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24612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101</a:t>
            </a:r>
            <a:endParaRPr sz="1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81BF054-91C9-499F-A4C1-B5322FA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4612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r-x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F1407A05-23AE-4CD0-BD99-BF268B3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2461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Read + execute</a:t>
            </a:r>
            <a:endParaRPr sz="10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C08E91B0-FA07-438F-A531-338F6E3B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BA94D6DA-7454-4453-8A3C-5184D6DB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5760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4</a:t>
            </a:r>
            <a:endParaRPr sz="14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3285719-E45F-459E-A9D9-A3B544D2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65760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100</a:t>
            </a:r>
            <a:endParaRPr sz="10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EA47707-E9AC-4F7D-84B0-9647D30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65760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r--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E6B6D5-1BD5-4375-A885-6C500B71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5760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Read only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248868C5-5C19-47AD-AA8E-0C3A9F1B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6D7C1ECC-FAAE-4C1B-A8F8-DBAFF900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0690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0</a:t>
            </a:r>
            <a:endParaRPr sz="14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C6E85FAA-7254-457B-B63C-0061B10A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06908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000</a:t>
            </a:r>
            <a:endParaRPr sz="10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BB5B724F-0EAC-487B-86DB-44E4F36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69080"/>
            <a:ext cx="82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---</a:t>
            </a:r>
            <a:endParaRPr sz="11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262901B2-1B8A-4230-8B18-4383FBCA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06908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access</a:t>
            </a:r>
            <a:endParaRPr sz="100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E1805258-9D7A-4457-8A97-C2A9D226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1206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18656039e4e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7091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656C7588-1128-4674-BDFA-7AB21A2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6634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chown - ganti owner (perlu sudo)</a:t>
            </a:r>
            <a:endParaRPr sz="1200"/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A47B2E55-6ED0-495C-8D30-75F609C3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74920"/>
            <a:ext cx="4846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$ sudo chown user:group file.txt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$ sudo chown -R budi:budi folder/   # -R = rekursif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063040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AC36F5-75EB-45E3-BE74-866639BA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33DEA1A-16C8-4AF6-9BC6-158874CD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8D5915-456D-479F-8A92-6D0886A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CFB3E8-3653-416A-8A19-95CA8B1D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756FD1-0145-483D-84B2-24BEF18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82AD7E7-2307-48E8-91D5-0769406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DD68C6E-7D1D-4538-A7E8-5288434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c9cd1594f43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f6cdc1fe9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495CB2D-9D79-42DC-88D8-362E813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4672181-2957-4899-BD6F-B59007E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Process &amp;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Info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FAC79D4-9E0A-486F-886A-9FA9DF4D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D8BC4D-5BE6-43B1-B71B-3DB0BB57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Lihat apa yang jalan + resource laptop sedang dipakai.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93012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9CABA2-CE89-45C3-8C2E-4816498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18333F-DA1F-4211-94B4-ADFC3BE4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484E30-1B92-4FF2-ACBE-539C6BE8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aa6354f4b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fc2bb20ec4d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5FFDAAF-653F-4B34-ADC3-546AB358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B310D68-754F-435E-AFAD-1FF39CF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7 - Process Management (8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93C1391-154B-4C76-8A4A-30CB98FF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ps, top, kill - lihat program jalan + stop yang nyangkut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1F69CD6-4257-40CB-9BBA-5BD6B6D7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98F04C0-281B-4607-8568-7F33692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4222F40-869F-44B5-8079-8B9AF985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643665A-0FAC-4867-A5DE-BB9E6F29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79FEFD2-9C06-41E5-9DF9-7690879C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585AE95-7A2E-4B6D-B5CF-CBE9B702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ps - process snapshot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E15E8DB-ED3A-41E0-A394-93AC218F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Lihat process Anda (user current)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PID TTY      TIME CMD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1234 pts/0    00:00:00 bash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5678 pts/0    00:00:00 ps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Semua process di sistem (BSD style)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ps aux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USER  PID  %CPU  %MEM  COMMAND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root  1    0.0   0.1   /sbin/init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budi  1234 0.5   2.1   bash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Filter pakai grep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ps aux | grep firefox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cari process firefox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Kill process by PID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kill 1234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signal SIGTERM (15) - polite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kill -9 1234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# SIGKILL - force, no cleanup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Kill by name (semua matching)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killall firefox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9E0611A-A18D-450C-B99A-49A9094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1F069B5-0C9B-4509-876A-86D29078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A1600C9-9381-4FCF-BF20-36162BD0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019E805-80C0-454C-9961-7C88FBFB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CE1930E-5375-43B3-9EB8-36D1F3B9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03AA53E-7861-4298-866B-8D0EAE18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top - real-time process monitor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75E9D96-E3B1-431F-8EB8-1D70BA35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Buka real-time process viewer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top - 10:00:00 up 2:30  load avg: 0.5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Tasks: 145 total, 1 running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%Cpu(s): 12.3 us, 5.1 sy, 0.0 ni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MiB Mem: 8000.0 total, 3200.5 free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PID USER %CPU %MEM COMMAND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1234 budi 25.0  5.2  firefox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5678 budi 10.5  2.1  node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9012 root  2.0  0.5  systemd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Sortir / filter di top: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q = quit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 = sort by Memory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 = sort by CPU (default)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k = kill process (ketik PID)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 = filter by user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htop - top yang lebih cantik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sudo apt install htop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htop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710899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C5334E-39CE-42C5-84E7-B1450AF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792B32-2392-4D7A-906C-E4E77F8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9B5072A-9A63-46C0-8519-475530DD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d0b0b49f14d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b895400a1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DAA504-D5A1-42FF-BBDD-29AD9980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58A52F8-CB05-4F63-800C-C3167656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8 - Disk &amp; Memory (5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5FC115B-CDD2-4F3C-8DED-87A96C1F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df, du, free - cek storage + RAM sistem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64F234D-7184-4CDA-AF79-59107496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771F94A-885D-443F-80E9-8B5158FE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E76356B-E1C2-4937-BC2B-069EDC2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50B1D29-1A32-48D2-A56E-2057131A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9EC071B-CF4E-48BF-A5DA-AF8075EB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B03A56A-B4F7-4EB1-B2D4-81D15DD4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Disk usage + memory info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5BAA88A-E9CF-4818-B192-8118596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df - DISK FREE - kapasitas partition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df -h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Filesystem  Size  Used  Avail  Use%  Mounted 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/dev/sda1   100G  45G   55G    45%   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tmpfs       4.0G  10M   3.9G   1%    /dev/shm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-h = human readable (GB, MB), tanpa -h = bytes mentah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du - DISK USAGE - ukuran folder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du -sh ~/prak2-linux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248K  /home/budi/prak2-linux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-s = summary (total), -h = human readable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du tiap subfolder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du -sh ~/* | sort -h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4.0K  /home/budi/Desktop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248K  /home/budi/prak2-linux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1.2G  /home/budi/Downloads  &lt;- biang kerok!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free - RAM usage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free -h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    total  used  free  shared  buff/cache  available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Mem:    7.7G   3.2G  1.5G  256M    3.0G        4.1G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Swap:   2.0G   0B    2.0G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uptime - sudah berapa lama nyala + load average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uptime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10:00:00 up 2:30, 1 user, load average: 0.45, 0.32, 0.28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17151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D8428F-1389-4EAE-9C57-DF489AE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AEF6B0-CB3B-4FFD-9239-6E9B706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A5DC047-29E3-4938-B327-7E214F9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32F208-8A51-4B55-BCAD-15A695F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6487B2-0C36-4200-9F30-0A9332D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048D075-996A-4567-BB1F-C8BD405E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6724385-2419-4FA7-84E6-239DCA9C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b91851e2449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6c2566a9c46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89A6C0F-384E-4F63-B32A-436F2DA5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1B451A4-D5F1-4D8C-9287-58CF8A8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Pipes &amp;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Redirects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8DAC8F4-0A21-434C-80A5-A440B6E7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DFC2853-BDED-44A6-AC6A-CE93490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Combine command jadi pipeline - power user move.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98248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C84721-AEF0-40E0-922B-E997B390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DBED069-BE12-467F-9513-F1740B40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94F5D2-33C8-4269-9366-DC7FC13D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7479520d94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d01c176864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1740EF0-6D7C-495A-9E73-2304D2DF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C88C692-F66A-492E-9F78-077FC9EA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9 - Pipes (|) &amp; Redirects (&gt;, &gt;&gt;, &lt;) (10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0DDDC69-FC00-45E1-8346-E1E859E5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workspace/: olah log latihan tanpa proses lain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1EA27FE-AB4E-499B-8363-1BF915D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99A5492-941C-4940-B6D3-19135457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0AB6330-F167-4C6A-A0BF-3785059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2F03E10-3379-4A83-BECA-DDE3E731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9011B37-4CAA-48ED-8C6F-F8727FEB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CCF2F2B-3F46-46B0-A9C9-B778749B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&gt; menulis ulang, &gt;&gt; menambah, &lt; membaca input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E81AE4B-8B6A-4D89-BE89-37CEC23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5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Dari root repo: bash scripts/setup.sh
cd workspace
# &gt; memilih error dan menyimpan hasil
grep 'ERROR' logs/app.log &gt; results/errors.txt
cat results/errors.txt  # dua baris
# &gt;&gt; menambah catatan pada akhir file
printf 'Perlu cek endpoint.\n' &gt;&gt; results/incident.txt
# &lt; memberi file sebagai stdin
wc -l &lt; logs/app.log  # lima baris
# 2&gt; memisahkan pesan error dari stdout
ls /tidak-ada 2&gt; results/command-error.txt</a:t>
            </a:r>
            <a:endParaRPr sz="125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423885B0-9260-4406-BC93-33BDAC4C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020A57C-FA58-4F1C-A7A6-7EF8BCEF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7D1BCE1-051A-41F8-8A9B-6D0BA0D7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2EDD803-4C3C-457B-9380-FDEEEB2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D9319416-CB98-44B8-8B39-4820A52E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74E2EC1-DE37-4D88-8DFF-CAB5BF21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Pipe (|): output kiri menjadi input kanan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77606079-21CE-45EC-B314-C204D9C2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5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Jumlah baris WARN untuk tugas inti
grep 'WARN' logs/app.log | wc -l &gt; results/warn-count.txt
cat results/warn-count.txt  # 2
# Hitung ERROR tanpa mengubah sumber
grep 'ERROR' logs/app.log | wc -l  # 2
# Bandingkan dengan redirection &gt;
# Pipe mengirim data antaraproses.
# &gt; menyimpan stdout ke berkas hasil.
# &gt;&gt; menambah pada akhir berkas lama.
# Lihat hasil: find results -type f | sort</a:t>
            </a:r>
            <a:endParaRPr sz="125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052382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9A7FDF-6D41-4E0C-808F-649E45B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7B2BF4-453E-4AB4-8F40-2373654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533A2A-FFAB-4D0D-9B4E-37C17720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41419fbe0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8f53bb0aa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BE6BA50-0483-478C-9E34-ACE67445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BD8B4B1-B98E-45FC-AB0D-3BAE0A28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10 - grep Power Use (5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A58820B-B78B-4D5F-8843-74A8B208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Cari INFO, WARN, ERROR dan status dari logs/app.log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A5DAC5D-2B89-4F0A-BE52-3B3ACA33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4448A5B-9E4A-4F2E-8BB4-7B96E9F5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3C55DCC-A1B9-4037-9954-A2B84F4E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A0A5547-1F26-4CF2-AF7A-94EF03F4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264E659-B4DB-40BF-99EC-3FD8FFCE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ADE305D-481A-48A2-BD6C-275EBF64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Variasi grep pada data asli Lab 02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1A6232C-503D-4338-894A-ECAF864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25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Dari workspace/ sesudah setup.sh
# 1. Pilih dua error
grep 'ERROR' logs/app.log
# 2. Abaikan kapitalisasi
grep -i 'warn' logs/app.log
# 3. Hitung baris ERROR
grep -c 'ERROR' logs/app.log  # 2
# 4. Tampilkan nomor baris
grep -n 'ERROR' logs/app.log
# 5. Kecualikan INFO
grep -v 'INFO' logs/app.log
# 6. Pilih status 4xx atau 5xx di akhir baris
grep -E ' (4[0-9]{2}|5[0-9]{2})$' logs/app.log</a:t>
            </a:r>
            <a:endParaRPr sz="125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01943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9B6303-E133-4800-B6D4-871151F7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EC33212-EB37-46BC-A047-E90DB2A1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1C32626-9B84-418A-83FA-F69CCDFC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5F98CE4-6530-44C8-A4E0-1D6D742A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BD40186-C437-476D-A883-9C350646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FDE7EB7-86E0-4884-AB7E-AFF10617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216EE71-0830-4D69-AEFF-5C20C494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4cc79a83a4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de2d42a744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498B59C-1ED5-42AD-B3F8-DB529D46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585BD14-244B-4CED-8223-0A8491FE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Bash Script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Basics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9554C77-B68C-43CE-AAAA-0E939AD0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7142FB-0CD9-47FA-9407-EDDDF730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Otomasi tugas berulang - foundation untuk DevOps.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158484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38553D-D7F9-4FA8-9DEC-C2AA916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7B92BC-B57E-4D91-BF3F-620D2DE7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4DA6EB7-6C7A-4BB5-8F6D-8278FD35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4263d330442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dd06105074c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6E29773-4694-444A-A3A5-A4FD8C9D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CA98BCC-E737-40EB-83E6-F2744531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11 - Hello World Bash Script (5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25C9885-2C50-4F52-BDDC-0078B40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Script = sequence of commands di 1 file - ekekusi sekaligus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37CD3DC-EECF-4A67-9CB0-7E31C8FE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422FA75-5B2E-4ADD-BA14-485D0FA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CEB80FD-1F4A-4B4C-9869-3EE6E7DB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35BF4E2-E1A5-401B-A240-AE744D8C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8B6B5E3-30FD-4D20-9DBB-CE9F75D8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D72017A-AFF5-4FB2-B92B-C8232700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Create + run first bash script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F4E66C7-D93A-4EF9-B4DC-711775A5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Buka editor untuk file baru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~/prak2-linux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nano hello.sh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Isi file (paste dari kanan -&gt;)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Ctrl+O save, Ctrl+X exit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Run cara 1: pakai bash interpreter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bash hello.sh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Hello, Linux!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Sekarang: Thu May 16 10:00:00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User: budi  -  Folder: /home/budi/prak2-linux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5. Run cara 2: jadikan executable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+x hello.sh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./hello.sh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./ = run dari current folder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Hello, Linux!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...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Bedanya: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bash hello.sh = pakai interpreter manual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./hello.sh = OS baca shebang line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F6CCAD-B0F3-49E2-9E9E-39B9B3BD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4EF8AB46-6EA9-41D8-8661-8C063E11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8DCD771-5E4B-4FF2-B00B-0CAF5F0D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73C8130-DCB0-4FE4-9452-210DBB1C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2A865511-80A9-4FC4-B226-D46B663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24EDE26-7C24-4D0E-8C66-52F1207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hello.sh - isi file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D8FE657-6152-4769-8F98-7C1DFE51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#!/bin/bash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^^^ Shebang line - WAJIB di baris 1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Bilang OS: pakai bash untuk run ini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Output ke layar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"Hello, Linux!"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Pakai command - hasil di-inject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"Sekarang: $(date '+%a %b %d %H:%M:%S')"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Pakai environment variable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"User: $USER  -  Folder: $PWD"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Variable kustom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name="BINUS"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"Selamat belajar di $name!"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Exit dengan status code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exit 0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0 = success, lainnya = error code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004301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D7F7DA-780A-43EA-8DC0-0DF74BEE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B0653A-6240-48C3-8542-FC4546C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AEC73B-36CB-4E27-9FBF-5C5546A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9f55230e24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34ddab70d44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59F0E34-E6B8-466E-92F5-EFCB0DB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3A64C54-1180-4B99-BAB0-F2AE954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12 - Variables + if + for (10 menit)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473B2D3-AE4A-49BE-8190-A57A2396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Logic control dasar - hampir semua script perlu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9C9F155-776B-4098-BAF6-9539BC1E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6F9CB81-5536-4C75-83B5-99CE898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83EF9B0-6D3E-470A-BDEA-1055CE21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C25CAEA-3F28-4E84-A805-096E8AAC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ACA3EA5-63D9-4283-8BAF-7CB411A3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98F66A4-3620-4E60-AE48-540598EE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backup.sh - script praktikal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B148A4B-9F97-4692-AFBC-11283725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#!/bin/bash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Script backup - copy file .txt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ke folder backup-[tanggal]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Variable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SOURCE_DIR="$HOME/prak2-linux"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DATE=$(date +%Y%m%d)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BACKUP_DIR="$HOME/backups/$DATE"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Cek folder source ada?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if [ ! -d "$SOURCE_DIR" ]; then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echo "Error: $SOURCE_DIR not found"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exit 1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fi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Buat folder backup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mkdir -p "$BACKUP_DIR"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Loop semua file .txt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for file in $SOURCE_DIR/*.txt; do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cp "$file" "$BACKUP_DIR/"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echo "Backed up: $(basename $file)"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done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Summary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count=$(ls $BACKUP_DIR | wc -l)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echo "Done! $count file di $BACKUP_DIR"</a:t>
            </a:r>
            <a:endParaRPr sz="9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FF92EFB-1BFA-4B15-852B-69A3605B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2474B32-FE32-4621-B919-2E882E4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61EBA75-8A1F-403C-94E3-62A04E65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13903ADA-556A-4101-876C-907B1101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0F75F0C-8F66-47DF-BCF6-5868A156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4531E81-2094-4052-8414-3AF9D931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Run + verify backup.sh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544B3EB-C316-452F-917A-D39775E5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Buat dulu sample file 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~/prak2-linux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"file 1" &gt; test1.txt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"file 2" &gt; test2.txt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Save backup.sh + permission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nano backup.sh</a:t>
            </a: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paste isi dari kiri, save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chmod +x backup.sh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Run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./backup.sh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Backed up: notes.txt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Backed up: test1.txt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Backed up: test2.txt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Done! 3 file di /home/budi/backups/20260516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Verify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 ~/backups/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20260516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ls ~/backups/20260516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notes.txt  test1.txt  test2.txt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210481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C35159E-97B6-44C6-9281-401D64B9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7DD259E-2130-466C-A38A-A3C279A6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E1A610-DB9A-4EEA-80A4-A089A47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C1AFCB-79E9-4823-8C1E-F821740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077C355-1515-43FC-AC2D-E62038E6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A0127DB-0606-4744-A38A-12972A1F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7C8BC9D-4F58-4DCA-A4F2-4D96B6BA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b16d8d88342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0573c366f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AD12EBC-F047-4DED-BB9A-07904C8D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07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BC1750D-FC1D-41C9-ACF7-3F4ED7F9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Mini Project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Submission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026EA23-EF84-43A1-A134-26A6631D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3CD78E3-0754-4B8B-A609-34935380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Tugas inti memakai check-status.sh dan verifier dari repo Lab 02.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733786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70B6A7-5068-4A8B-B35E-E46A521A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E860A2-5F50-4731-AE48-CD1F396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E9F0004-B424-4C47-80C6-6DAAAF3E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0155100b64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d0ca31758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CF38675-2BF1-45B6-BDFE-C080DD2E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C823512-96E1-4FDD-BB44-2A72E4F2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Kunci challenge - check-status.sh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FB2C62A-110B-48C5-AC1D-3D92349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Klasifikasi HTTP 1xx/2xx/3xx/4xx-5xx dan tolak input salah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1F42A24-26F9-434A-A51B-F600524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572E51C-7D2F-4CC7-9C0C-0FF64512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2B1E087-2564-496D-8E96-A8BCE182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72688F0-28BB-4A7F-A9E8-7138EDB1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D1DDC93-4C47-45E6-920D-D7C1D7A2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1B4176D-083D-4DBD-8865-E650CB05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Isi workspace/scripts/check-status.sh; cek kunci di modul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5890147-021B-4831-B119-7C6E8B2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#!/usr/bin/env bash
set -euo pipefail
code="${1:-}"
if [[ ! "$code" =~ ^[1-5][0-9][0-9]$ ]]; then
  printf 'Usage: check-status.sh &lt;HTTP-code&gt;\n' &gt;&amp;2
  exit 2
elif (( code &lt; 200 )); then
  printf 'INFO: HTTP %s\n' "$code"
elif (( code &lt; 300 )); then
  printf 'OK: HTTP %s\n' "$code"
elif (( code &lt; 400 )); then
  printf 'REDIRECT: HTTP %s\n' "$code"
else
  printf 'ALERT: HTTP %s\n' "$code"
fi
# Dari root repo: bash scripts/verify.sh -&gt; 0 gagal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073930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D97CF8E-45BB-4AAB-AF1A-594A9368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48BFF-CC05-4197-AD53-A7294E81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1872CD-3178-4C65-9AA8-D5D63AF0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2ea5520144a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5a74db9b34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CD59869-A663-49BE-A680-7804E6F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915195D-E4F5-4BB5-85EE-A1AA10B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Laporan Lab 02: hasil/lab02.md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264761D-B589-4427-A85C-6C5CCF02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Salin hasil/TEMPLATE_LAPORAN.md dan isi hasil kerja pribadi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2738501-1FEA-40E6-8879-6D2F69B9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6100BEB-150B-4029-A4F6-E9018EDF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3AC0821-F8FC-420F-B02B-C3F5E67A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LAPORAN LAB 02 - LINUX DAN BASH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BAC9D8D-DBD9-421D-B501-4F5BFE6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Nama: ___________________________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2CF5D4D-83C9-443F-B46C-CE2E9EAF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116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NIM: ___________________________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8764605-5C08-41D6-AEAA-F9164D8B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1. Lingkungan dan path</a:t>
            </a:r>
            <a:endParaRPr sz="12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7AA258B-E21A-4EF2-AB9D-5FB8439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Shell: __________  Path root repo: _______________________________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DB6CC14-0385-49BA-A9DD-D89D5E5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2. Lima artefak file</a:t>
            </a:r>
            <a:endParaRPr sz="12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ACAF856-505A-4079-9C19-2AC7620B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cp, mv, touch, errors.txt, warn-count.txt: jelaskan perintah dan hasil</a:t>
            </a:r>
            <a:endParaRPr sz="10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C2E3CE7-CAB8-4571-8644-EA6C542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3. Script klasifikasi HTTP</a:t>
            </a:r>
            <a:endParaRPr sz="12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BF0D98A4-01D3-43F5-AED3-1C481EEF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103=INFO, 200=OK, 302=REDIRECT, 503=ALERT, 99=exit 2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8979225-84D3-4999-BEC3-1FBE741F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4. Hasil verifier dan refleksi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7005077D-5203-49B3-B666-44BDCAA2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Hasil: ____ gagal; jelaskan pipe, redirect, dan chmod u+x.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9505FD8-4A19-4C49-AAAA-15D7E66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___________________________________________________________________________________________</a:t>
            </a:r>
            <a:endParaRPr sz="10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2968FB7-CD73-441B-8496-2CA9093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___________________________________________________________________________________________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B474DE-91C1-4830-AC88-CEA75ECF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___________________________________________________________________________________________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35B56B3-34E1-4AA7-9EEE-B7E0258A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521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Lampiran: screenshot setup, artefak, hasil 0 gagal, serta jawaban modul.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70748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194A71-29F4-4401-8BA0-BC04D161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95BFFB-6582-4799-B4E4-362D4E89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62582A-C9E7-4319-999B-5E47D68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3ab9ab6df4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2941b1ae0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E752B9B-03F6-4FA6-8B0E-8A07B2E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E0CF502-B6FD-4495-B34D-B20132DB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Checklist formatif Praktikum 2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C33262C-24B5-4DB4-A6F0-DE00FF45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 pembobotan; dosen dapat menyesuaikan dengan LMS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FCF0A85-F6D8-408F-906C-5EDCFE0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BCD02BC-600A-4115-8707-ABF67C23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Komponen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11804BF-EC2C-4D22-855E-BC8B3B31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82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Bobot contoh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594ADC0-0977-49DA-80EE-708AA54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Excellent (A)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A9907D9-515D-493A-982C-A6249692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Good (B)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DEC61E2-1276-4903-A4EC-F607F858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Needs Work (C)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957538DF-4620-48CF-B032-280B66E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CA3053D-094E-4C7A-99A7-D1E90ED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9D6243B-2E73-4689-83A2-F6AA928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Setup + artefak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1704C9B-ADC4-473B-AE30-2E39D5B9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7452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30%</a:t>
            </a:r>
            <a:endParaRPr sz="14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F029F97F-417E-4825-82A7-6B0B77B1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745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Workspace benar, lima artefak lengkap, hasil grep dan WARN = 2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6505EBA-C67C-4DFE-80E3-A5D3B4E4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7452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Workspace benar, sebagian artefak perlu koreksi</a:t>
            </a:r>
            <a:endParaRPr sz="9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316CCF6E-2C73-4570-827A-CB50B056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Workspace/artefak tidak dapat diverifikasi</a:t>
            </a:r>
            <a:endParaRPr sz="9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37DA5D0F-84DE-4A9A-AF0B-C248EE0F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FAA12C9-AF43-4DAA-90FD-14067D3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8539264-6F6B-4DBB-8F5E-3D22A6E2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check-status.sh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19D81B5-4F2C-4F9D-B274-E34EC381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74320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25%</a:t>
            </a:r>
            <a:endParaRPr sz="1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193D9C4-68C2-44C3-80D8-89094BDB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4320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Empat kelas HTTP tepat, input salah exit 2, dapat menjelaskan logika</a:t>
            </a:r>
            <a:endParaRPr sz="9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2707FD6-C4B5-4DA0-ADBE-AED121C3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4320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Output benar dengan penjelasan kurang lengkap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0682050F-813A-424D-9294-7154BA11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Skrip tidak jalan atau hasil salah</a:t>
            </a:r>
            <a:endParaRPr sz="9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24A26F04-74D9-4D33-923C-30D23BD1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7669637C-637D-4595-830D-F661AD3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7C127D43-5779-4F52-9F61-95077407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1188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Verifier + izin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0BC3FFB-8220-494C-8BBE-4F5E1073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61188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15%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A2678676-AD0E-4B19-849C-F51C8F88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118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Hasil: 0 gagal dan chmod u+x dipahami</a:t>
            </a:r>
            <a:endParaRPr sz="9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7253B20-7911-48F3-9E59-E9D92A4A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61188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Hasil mendekati lulus; izin belum jelas</a:t>
            </a:r>
            <a:endParaRPr sz="9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55E86C57-447B-4BA7-A5F5-05DFBE7D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18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Banyak FAIL atau execute bit tidak ada</a:t>
            </a:r>
            <a:endParaRPr sz="9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C518E17C-AB44-4F87-922C-D90D4353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2939F09-D2F0-4CF7-95A5-D42458E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1EA6468-6E15-45A6-BCD3-5125586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Laporan Git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6CF72398-E154-4032-A88D-C8544BF5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48056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20%</a:t>
            </a:r>
            <a:endParaRPr sz="14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4675395-0A9D-4920-B056-525774A2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48056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hasil/lab02.md, bukti, commit, dan riwayat jelas</a:t>
            </a:r>
            <a:endParaRPr sz="9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77DBCE0-D2F9-4E54-B3D7-3E225DCC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48056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Laporan ada tetapi bukti kurang</a:t>
            </a:r>
            <a:endParaRPr sz="9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0B0FF74-5361-4A50-97BE-67F347BB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8056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Laporan atau commit belum ada</a:t>
            </a:r>
            <a:endParaRPr sz="90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72A0948B-CFB0-49F0-BABB-A4BED7C8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57AD6EFE-B237-4562-8E86-4F3811F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6A88C939-064E-4B60-9B5C-148FD1D5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Refleksi Konseptual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13F82599-154E-4875-AF28-9A29BBCA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34924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10%</a:t>
            </a:r>
            <a:endParaRPr sz="14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38189937-2D6C-467A-BF81-DF4EF47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34924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Tunjukkan paham WHY bukan cuma HOW (mis. kenapa chmod 755)</a:t>
            </a:r>
            <a:endParaRPr sz="9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8F81B1F1-7E75-4A0E-B732-C1AA4001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3492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Tahu HOW tapi belum WHY</a:t>
            </a:r>
            <a:endParaRPr sz="9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C8A476CE-9778-4D80-958C-4B270B41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4924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Belum dapat menjelaskan alasan di balik command</a:t>
            </a:r>
            <a:endParaRPr sz="9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C14223F1-98CA-41B0-AB31-5ACBA365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Kumpulkan melalui repo pribadi dan kanal kelas yang ditetapkan dosen.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622814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59E428-E32B-4D14-BC73-CC7E9BE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CAB2AF-A266-4194-8A14-9F73305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D37A15-5F25-42B0-97AC-667BB3E6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1a2adb4f04b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f1b9f9c854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79BDDE3-F5E6-4945-90F7-F8524D2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A4C65D5-D9E7-466C-B1FB-F84E29F6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6 Common Pitfalls - Hindari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09AF9CC-4A30-4213-917C-92C6D2FC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Yang sering bikin stuck atau nilai turun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3E9BE08-A066-4B92-8E4F-12B2CB04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1640100-03C4-4146-B797-D50BAF2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A9FE686-D8FA-46E8-8B7D-8447289D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Lupa chmod +x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7480AC8-11FC-437D-A3CB-64C543C0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Bikin script lalu ./script.sh - 'Permission denied'.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2D464C1-70D8-4AE6-8ECB-1A1F268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F3C4D7E-A30A-455F-9BA5-B4F13F21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chmod +x script.sh dulu sebelum ./script.sh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57A3CA1-5708-40D6-96A9-1AB5B68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53129EB-E9FE-4DA6-9F3C-F3FDC92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952360B-C9A4-416D-A92D-4162036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Bash vs sh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9126D99-6A95-4DFA-9792-8ED26E2F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'sh script.sh' padahal ada syntax bash specific - error.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81C038A-F721-4816-A2B8-2BEC1DBE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94A8412-E7E4-4461-9E41-D696588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Selalu 'bash script.sh' atau ./script.sh dengan shebang #!/bin/bash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EECC701-5243-41C5-B653-90DC2BD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123068B-DE02-427F-99DD-3CAE8CAF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CB09D79-FA46-4329-9CFC-E06E3A7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Spasi di if condition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D071F5F-DF7A-44E2-9F60-B56EECA9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Tulis 'if [$x = 5]' - error syntax. Bash sensitif spasi.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83CA9F33-4182-4437-BDAE-7C89FC89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73C2930-C833-47C1-9A26-EDBD9D8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Selalu pakai spasi: 'if [ $x = 5 ]' (spasi di dalam bracket)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0F5D3CA-A8D7-4BBF-B6FE-897EEB1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3B690B-6AE3-4AC8-9959-C45E404D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A613B9F2-AAAC-476F-99E7-724D5809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 dalam quotes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AAC677A-5DF7-4EAE-B907-25B7B1E6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echo 'Hello $USER' tidak expand variable - print literal '$USER'.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A000BE84-C4C2-45F5-848D-A27258BA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ECB501A6-6BF3-44FF-B829-A023A34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double quotes: echo "Hello $USER" untuk variable expansion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418682F1-19EA-462D-AF3A-FB9B33D6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FB1EB6B-3939-4199-A36C-51FC880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55BF5917-776F-435D-9474-E1B2178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rm tanpa konfirmasi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1C6585DB-D38C-468A-BF96-9214CE9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rm -rf folder/ - hapus semua tanpa undo. Hilang selamanya.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531DDA03-072B-4717-9164-E674CC8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BA419789-5465-4BD7-98AF-ACE1C532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rm -i untuk konfirmasi, atau ls dulu untuk verify path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DBE5AC4B-7363-4AAE-9414-18993137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28A86948-93D3-4668-BAFA-36B7EE6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B0FD53C7-E97D-46C4-BD9C-19ECF24B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Lupa redirect 2&gt;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6946A513-53E5-4D36-B1C7-B82BF51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Capture stdout tapi error muncul di screen - script lihat clean.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6B880FAD-895F-4759-B37E-9B08B144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ECB3CD7C-4A68-4F97-A46D-05BB9F4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&amp;&gt; log.txt untuk capture stdout + stderr sekaligus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045386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F75B14-8DAA-4559-9DB9-3D23A650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6ED5F9-4A99-448E-9595-41C093CA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799460-8ED0-403B-80F4-6EF5A1F4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d1a916d88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00f4263b1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081E223-DD59-49A1-B6DA-769DB72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949DA61-8B6E-45C3-8035-A5F060F9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Linux Command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A17F218-D175-4CF0-8F05-FE536561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- sering dipakai dari Praktikum 3 dan seterusnya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8766A22-20E9-4237-B4EE-18269E33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CA67794-BD3C-4D4B-9EC9-33D60DB4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001DF72-8950-409A-BB40-E8122DA8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Navigation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F256053-EDAC-43DD-8411-41A58036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pwd - lokasi current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ls -la - list detail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cd folder - pindah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cd .. - naik 1 level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cd ~ - ke home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cd - - folder lalu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E151CA3-17AD-4C00-820C-C74C2A04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52F65F7-BFA6-47BA-847B-168F1419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6F02DC0-44B7-4612-B44C-6CE5B63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File Ops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CDAA100-DE32-4CCF-8151-FA720306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touch file.txt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mkdir folder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cp src dest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mv src dest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rm file (-r folder)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rmdir empty-folder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61EEC19-9D5F-49FD-9059-E3CAAAFD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18A3725-28ED-40C9-A371-3A5F77B4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6DA1F4E-35A6-4389-9EAB-1F02458D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File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F90721E-A9FB-4A6B-8249-E441DF74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cat file - all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less file - paginate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head -n 5 file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tail -n 5 file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tail -f file - follow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wc -l file - count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C0A6F0DC-F345-4355-B719-38D037E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63383C39-F231-4F76-B7FD-6DB2F6A5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B2D20CA-8735-4945-BAEF-A29E349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Permissions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B9E2825-E086-419C-9B89-42A6F21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ls -l - lihat perm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chmod +x file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chmod 644 file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chmod 755 script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chown user:grp file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sudo - root access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FFD0FE20-7E8B-4C53-8729-ABE8673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8F98D4D-B602-482E-8217-5E6E30A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3F823A28-9EB6-403F-86A5-3EE52E45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Process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500A6918-13AB-43B5-A21F-8DE700E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ps aux - all proc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top / htop - live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kill PID - polite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kill -9 PID - force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killall name - by name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Ctrl+C - stop current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6141B783-E9EB-4F19-911C-1D88BF2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FB1F08F0-11DF-4BC0-8466-3FDB9E9C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7A243832-0AA5-45EB-A885-8AE4D19A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Pipes Redirect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2748779-FE5B-4E28-91E1-5C69766A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 &gt; file - save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 &gt;&gt; file - append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 &lt; file - input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cmd1 | cmd2 - chain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 2&gt; err.log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cmd &amp;&gt; all.log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45C64FDC-9C2B-4714-8787-2115CBF6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A8A6971F-25B9-4A23-80AB-94795A1C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024A2338-8AC2-47EA-B17F-3D862390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Bash Script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48B55B3C-CD75-4B60-8E3D-246DF59B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#!/bin/bash - shebang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VAR=value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echo "$VAR"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if [ test ]; then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for x in list; do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exit 0 - success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BDABB3D2-57A4-4CB7-AA7B-A27B67D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7E1DB9D9-B37A-49D0-9396-AD08E94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3BAF65F0-D9F3-4DD6-BFA7-EE9BB13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Pitfall Avoid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99F2CAF5-5CC2-47D3-98AC-A35587C2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chmod +x dulu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Spasi di [ ]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Double quotes "$"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rm -i konfirmasi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Verify path dulu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Backup before edit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4760678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483875-D7E3-498A-8A1B-91104EA2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493074-AEA6-4CB4-8647-CB73FA49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D4F88E-4407-4A72-AF1E-CDCAF05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ae4821803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c3bf407104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857CAAE-A7D2-4DD3-9DB0-387BDFAF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9A1D406-E88D-4543-9508-8271B3F9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Timing 90 Menit - Alur Lab 02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C783525-C96B-4049-8490-33A9A4B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Lihat panduan dosen untuk checkpoint dan kunci lengkap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9D7435D-F061-458D-84E3-66635F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90B4E74-4DAD-484F-8ABA-6E65603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AA34092-82A0-4EED-BBAA-754B5B03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14630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5E79934-DD2A-4791-A50F-4CDBB95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0-10 min</a:t>
            </a:r>
            <a:endParaRPr sz="1100"/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2845d54ed4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16002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ED1CBD3-E6DB-4E84-B80D-CDC0C7C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46304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Bash dan working directory</a:t>
            </a:r>
            <a:endParaRPr sz="1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9610CFD-3750-4279-B9A6-8E14724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783080"/>
            <a:ext cx="8595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Git Bash/WSL/Linux/macOS/Codespaces; pwd dan jelaskan path.</a:t>
            </a:r>
            <a:endParaRPr sz="9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07CC7CE-532F-4411-B86E-3249EC63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2848"/>
            <a:ext cx="112471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FC3BF05-C174-44ED-9FF1-847D6F89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2848"/>
            <a:ext cx="137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7597CC5C-9A66-4A7E-87EB-7105B9D4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0008"/>
            <a:ext cx="14630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DB6C00B-D2CE-4EDD-A7B6-49DEC817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0008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10-20 min</a:t>
            </a:r>
            <a:endParaRPr sz="1100"/>
          </a:p>
        </p:txBody>
      </p:sp>
      <p:pic>
        <p:nvPicPr>
          <p:cNvPr id="8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53208860f4c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2395728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3EEF49DC-8858-46F6-BB15-91254E9F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58568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Setup dan inspect</a:t>
            </a:r>
            <a:endParaRPr sz="12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EF4FF04-0165-4016-A256-723B86EF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578608"/>
            <a:ext cx="8595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bash scripts/setup.sh dan inspect.sh; cek WARN = 2.</a:t>
            </a:r>
            <a:endParaRPr sz="9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76DE7CB0-0504-4081-AC39-C20FFA69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8376"/>
            <a:ext cx="112471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167107A-80C4-431E-AB68-3CA5DC56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8376"/>
            <a:ext cx="137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F87DE65B-E83A-432D-A01A-C3392A93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45536"/>
            <a:ext cx="14630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988505E-F307-449A-89C4-76A661AF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45536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20-35 min</a:t>
            </a:r>
            <a:endParaRPr sz="1100"/>
          </a:p>
        </p:txBody>
      </p:sp>
      <p:pic>
        <p:nvPicPr>
          <p:cNvPr id="8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6ff54be3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3191256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8F1A861E-B25D-4093-8339-ECF1377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54096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Navigasi dan log</a:t>
            </a:r>
            <a:endParaRPr sz="12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B873853B-4E43-4F00-A195-CFCFDBB5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374136"/>
            <a:ext cx="8595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cd, ls, find, head, tail, grep; baca path relatif dan izin.</a:t>
            </a:r>
            <a:endParaRPr sz="95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47883732-E29A-4874-9C88-E302236D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3904"/>
            <a:ext cx="112471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E0798010-91F3-4BDA-9D58-18B83473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3904"/>
            <a:ext cx="137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6C999C82-7F1F-44C4-8FE4-5852B385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1064"/>
            <a:ext cx="14630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9EE27355-70C4-4EEE-B037-0EE6BBD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1064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35-50 min</a:t>
            </a:r>
            <a:endParaRPr sz="1100"/>
          </a:p>
        </p:txBody>
      </p:sp>
      <p:pic>
        <p:nvPicPr>
          <p:cNvPr id="9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01eaad84240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3986784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BD9A8EA0-FB25-468B-89A1-F2F72476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49624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Lima artefak file</a:t>
            </a:r>
            <a:endParaRPr sz="12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E27B4021-8778-4C2C-9D38-E15FE0D9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169664"/>
            <a:ext cx="8595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cp, mv, touch, grep &gt;, grep | wc -l &gt;; cek output.</a:t>
            </a:r>
            <a:endParaRPr sz="95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EB843D54-EBB2-4D83-B0D5-FABD4D5E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9432"/>
            <a:ext cx="112471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A25A238C-BB32-4DDC-862B-284A409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9432"/>
            <a:ext cx="137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1587D736-3D8C-42EA-A552-EC1208D0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36592"/>
            <a:ext cx="14630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3D87CC60-C741-4E5A-BAA4-D2C6436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365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50-68 min</a:t>
            </a:r>
            <a:endParaRPr sz="1100"/>
          </a:p>
        </p:txBody>
      </p:sp>
      <p:pic>
        <p:nvPicPr>
          <p:cNvPr id="10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8a4e4dd574c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478231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4A92B3C9-55EA-41A6-8EFE-F920FA15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45152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Skrip kondisi Bash</a:t>
            </a:r>
            <a:endParaRPr sz="120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3C9E35CB-A010-4325-AD4D-681B9230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965192"/>
            <a:ext cx="8595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Regex input, if/elif/else, stdout/stderr, chmod u+x.</a:t>
            </a:r>
            <a:endParaRPr sz="95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9121589C-9F13-4776-B76E-A1FA50AA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4960"/>
            <a:ext cx="1124712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8CA72DED-4F5D-4192-B1D5-9B30CC0E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4960"/>
            <a:ext cx="137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63EE6CF9-5CBB-471D-9315-7BC10CC5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4630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5831C109-7D96-44C9-A1AC-FCA7057B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68-90 min</a:t>
            </a:r>
            <a:endParaRPr sz="1100"/>
          </a:p>
        </p:txBody>
      </p:sp>
      <p:pic>
        <p:nvPicPr>
          <p:cNvPr id="10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d04a589b8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55778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B89D2BB8-23D2-404D-8CD5-95AF13F1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44068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Verify, diskusi, Git</a:t>
            </a:r>
            <a:endParaRPr sz="1200"/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ABDA017A-5EA1-44B6-B12D-0997FCA4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760720"/>
            <a:ext cx="8595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bash scripts/verify.sh -&gt; 0 gagal; isi laporan dan push.</a:t>
            </a:r>
            <a:endParaRPr sz="950"/>
          </a:p>
        </p:txBody>
      </p:sp>
      <p:sp>
        <p:nvSpPr>
          <p:cNvPr id="52" name="Text 42">
            <a:extLst xmlns:a="http://schemas.openxmlformats.org/drawingml/2006/main">
              <a:ext uri="{FF2B5EF4-FFF2-40B4-BE49-F238E27FC236}">
                <a16:creationId xmlns:a16="http://schemas.microsoft.com/office/drawing/2014/main" id="{DCFA6FEF-FD38-4830-8A9C-FEFF859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Jika setup lokal macet, gunakan salinan repo pada Bash lain; jangan hapus kerja siswa.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221450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2EAD14-8796-4A71-B26D-7E3B197E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9CA113-F2E2-43D6-9136-AC2A5C8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9A9C83-689A-44B6-BDA5-3DEBF1B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7292828e6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2dfb959044b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39A94BB-EFCA-4501-BB3A-67AC004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206BECA-8EC3-4E18-9215-4797D7F6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Praktikum 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A69EF41-3839-48F3-983B-409C35A6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Lima artefak, skrip Bash, verifier, dan bukti Git siap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0BC95701-8FC7-43B8-902C-0A01389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Sudah Anda Lakukan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661E573-D3F6-47B6-BC0A-4D4F0750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e457540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74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2BFB571-246B-47DC-99B9-F8EC2BB8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Bash terbuka dan workspace dibuat oleh setup.sh.</a:t>
            </a:r>
            <a:endParaRPr sz="11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B23F40DF-CECB-4ECF-BBD2-ABF34B9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e457540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3317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49D61DAC-DF95-42DC-AD6B-1484F980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Path dan file ops: pwd, cd, cp, mv, touch.</a:t>
            </a:r>
            <a:endParaRPr sz="11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E0EEF828-1B66-4DF2-848C-74EF599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e457540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7889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B14503D8-94F3-4C6C-B182-9E0D52E8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4320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Baca log dengan head, tail, grep, dan pipe.</a:t>
            </a:r>
            <a:endParaRPr sz="1100"/>
          </a:p>
        </p:txBody>
      </p:sp>
      <p:sp>
        <p:nvSpPr>
          <p:cNvPr id="20" name="Shape 13">
            <a:extLst xmlns:a="http://schemas.openxmlformats.org/drawingml/2006/main">
              <a:ext uri="{FF2B5EF4-FFF2-40B4-BE49-F238E27FC236}">
                <a16:creationId xmlns:a16="http://schemas.microsoft.com/office/drawing/2014/main" id="{FAE96B3E-AA4E-45CE-9E4B-40845CD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e457540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2461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BADA35FC-5E81-490B-BF40-7FFA654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0040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Izin execute check-status.sh aktif dengan chmod u+x.</a:t>
            </a:r>
            <a:endParaRPr sz="1100"/>
          </a:p>
        </p:txBody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E7CEA800-78AC-486D-8587-17DBA271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e457540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7033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8CE6A8D7-68E3-4ACB-BE7C-A3ED26F4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5760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Input HTTP valid/invalid diproses dengan exit code tepat.</a:t>
            </a:r>
            <a:endParaRPr sz="1100"/>
          </a:p>
        </p:txBody>
      </p:sp>
      <p:sp>
        <p:nvSpPr>
          <p:cNvPr id="26" name="Shape 17">
            <a:extLst xmlns:a="http://schemas.openxmlformats.org/drawingml/2006/main">
              <a:ext uri="{FF2B5EF4-FFF2-40B4-BE49-F238E27FC236}">
                <a16:creationId xmlns:a16="http://schemas.microsoft.com/office/drawing/2014/main" id="{E02561BF-FF20-4BEA-9C72-8D29E839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e457540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160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2E8FAB4B-AB0B-45D3-979D-E3D4F98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1480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Redirection membuat errors.txt dan warn-count.txt.</a:t>
            </a:r>
            <a:endParaRPr sz="1100"/>
          </a:p>
        </p:txBody>
      </p:sp>
      <p:sp>
        <p:nvSpPr>
          <p:cNvPr id="29" name="Shape 19">
            <a:extLst xmlns:a="http://schemas.openxmlformats.org/drawingml/2006/main">
              <a:ext uri="{FF2B5EF4-FFF2-40B4-BE49-F238E27FC236}">
                <a16:creationId xmlns:a16="http://schemas.microsoft.com/office/drawing/2014/main" id="{3D2D0817-8184-45CD-934E-926EEAFD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e4575404d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6177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1" name="Text 20">
            <a:extLst xmlns:a="http://schemas.openxmlformats.org/drawingml/2006/main">
              <a:ext uri="{FF2B5EF4-FFF2-40B4-BE49-F238E27FC236}">
                <a16:creationId xmlns:a16="http://schemas.microsoft.com/office/drawing/2014/main" id="{A2028D28-310A-4907-AC30-5DB7C72A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7200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bash scripts/verify.sh memberi Hasil: 0 gagal.</a:t>
            </a:r>
            <a:endParaRPr sz="1100"/>
          </a:p>
        </p:txBody>
      </p:sp>
      <p:sp>
        <p:nvSpPr>
          <p:cNvPr id="32" name="Shape 21">
            <a:extLst xmlns:a="http://schemas.openxmlformats.org/drawingml/2006/main">
              <a:ext uri="{FF2B5EF4-FFF2-40B4-BE49-F238E27FC236}">
                <a16:creationId xmlns:a16="http://schemas.microsoft.com/office/drawing/2014/main" id="{929DC770-94AB-4BF1-8F8A-514ABCB9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6f03e303d4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2">
            <a:extLst xmlns:a="http://schemas.openxmlformats.org/drawingml/2006/main">
              <a:ext uri="{FF2B5EF4-FFF2-40B4-BE49-F238E27FC236}">
                <a16:creationId xmlns:a16="http://schemas.microsoft.com/office/drawing/2014/main" id="{50EC8E5A-2FE9-4C45-BFD4-4E59073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SUBMIT BEFORE PRAKTIKUM 3</a:t>
            </a:r>
            <a:endParaRPr sz="1100"/>
          </a:p>
        </p:txBody>
      </p:sp>
      <p:sp>
        <p:nvSpPr>
          <p:cNvPr id="35" name="Text 23">
            <a:extLst xmlns:a="http://schemas.openxmlformats.org/drawingml/2006/main">
              <a:ext uri="{FF2B5EF4-FFF2-40B4-BE49-F238E27FC236}">
                <a16:creationId xmlns:a16="http://schemas.microsoft.com/office/drawing/2014/main" id="{ABB41B5E-1F30-42D7-B969-26A0C1E1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Deadline submission</a:t>
            </a:r>
            <a:endParaRPr sz="1400"/>
          </a:p>
        </p:txBody>
      </p:sp>
      <p:sp>
        <p:nvSpPr>
          <p:cNvPr id="36" name="Text 24">
            <a:extLst xmlns:a="http://schemas.openxmlformats.org/drawingml/2006/main">
              <a:ext uri="{FF2B5EF4-FFF2-40B4-BE49-F238E27FC236}">
                <a16:creationId xmlns:a16="http://schemas.microsoft.com/office/drawing/2014/main" id="{5F039B8D-F612-4A8C-ABE7-8DA30002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1720"/>
            <a:ext cx="5212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Lima artefak workspace/
[ ] check-status.sh dan Hasil: 0 gagal
[ ] hasil/lab02.md dan screenshot pribadi
[ ] Commit/push repo sendiri</a:t>
            </a:r>
            <a:endParaRPr sz="1100"/>
          </a:p>
        </p:txBody>
      </p:sp>
      <p:sp>
        <p:nvSpPr>
          <p:cNvPr id="37" name="Shape 25">
            <a:extLst xmlns:a="http://schemas.openxmlformats.org/drawingml/2006/main">
              <a:ext uri="{FF2B5EF4-FFF2-40B4-BE49-F238E27FC236}">
                <a16:creationId xmlns:a16="http://schemas.microsoft.com/office/drawing/2014/main" id="{8573C05C-56E1-4EA3-B54D-1EAEBCD0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40480"/>
            <a:ext cx="54864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4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dbedba30d4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9776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26">
            <a:extLst xmlns:a="http://schemas.openxmlformats.org/drawingml/2006/main">
              <a:ext uri="{FF2B5EF4-FFF2-40B4-BE49-F238E27FC236}">
                <a16:creationId xmlns:a16="http://schemas.microsoft.com/office/drawing/2014/main" id="{F3A4C325-3544-41FE-9227-21D19545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3 - MINGGU DEPAN</a:t>
            </a:r>
            <a:endParaRPr sz="1100"/>
          </a:p>
        </p:txBody>
      </p:sp>
      <p:sp>
        <p:nvSpPr>
          <p:cNvPr id="40" name="Text 27">
            <a:extLst xmlns:a="http://schemas.openxmlformats.org/drawingml/2006/main">
              <a:ext uri="{FF2B5EF4-FFF2-40B4-BE49-F238E27FC236}">
                <a16:creationId xmlns:a16="http://schemas.microsoft.com/office/drawing/2014/main" id="{40A2C1FB-5901-4B66-9D95-79338B5A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484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Networking Hands-On</a:t>
            </a:r>
            <a:endParaRPr sz="1400"/>
          </a:p>
        </p:txBody>
      </p:sp>
      <p:sp>
        <p:nvSpPr>
          <p:cNvPr id="41" name="Text 28">
            <a:extLst xmlns:a="http://schemas.openxmlformats.org/drawingml/2006/main">
              <a:ext uri="{FF2B5EF4-FFF2-40B4-BE49-F238E27FC236}">
                <a16:creationId xmlns:a16="http://schemas.microsoft.com/office/drawing/2014/main" id="{6772ACFD-4187-409B-A0A5-D53DE2B9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DNS lookup, traceroute, ping, curl, port scan - dasar network engineer. Pertahankan WSL/Terminal Anda!</a:t>
            </a:r>
            <a:endParaRPr sz="1100"/>
          </a:p>
        </p:txBody>
      </p:sp>
      <p:sp>
        <p:nvSpPr>
          <p:cNvPr id="42" name="Shape 29">
            <a:extLst xmlns:a="http://schemas.openxmlformats.org/drawingml/2006/main">
              <a:ext uri="{FF2B5EF4-FFF2-40B4-BE49-F238E27FC236}">
                <a16:creationId xmlns:a16="http://schemas.microsoft.com/office/drawing/2014/main" id="{493A8F49-C1D9-424A-980A-6A5129C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064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9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6638f545f4b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34924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0">
            <a:extLst xmlns:a="http://schemas.openxmlformats.org/drawingml/2006/main">
              <a:ext uri="{FF2B5EF4-FFF2-40B4-BE49-F238E27FC236}">
                <a16:creationId xmlns:a16="http://schemas.microsoft.com/office/drawing/2014/main" id="{940C01E7-E958-4811-9A87-E33F2215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6636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1">
            <a:extLst xmlns:a="http://schemas.openxmlformats.org/drawingml/2006/main">
              <a:ext uri="{FF2B5EF4-FFF2-40B4-BE49-F238E27FC236}">
                <a16:creationId xmlns:a16="http://schemas.microsoft.com/office/drawing/2014/main" id="{5D6E8825-B2DC-416E-979C-6F0573F6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66928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Tanya dosen atau lihat PANDUAN_DOSEN.md di repo.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319161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99B268-767D-4B79-B803-BDED0C27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936B71-FC99-47D6-B0F8-DCCC5110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23DDCA-CE6B-44B8-A1EC-FAFE6FF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b2dae1747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c91dad0ee43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05141FD-63CA-414A-8F39-AB8BCFAA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E520BE2-10F6-429E-B568-838F142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Jalur kode Lab 02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AB9AE11-EBE7-4F7B-B6BD-9BDC33F8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mandiri: github.com/SeedFlora/meet2CloudService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3E4C5C7-386D-44FC-AF56-4116338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5D540DF-A86C-4C3B-968C-A7426200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LANGKAH DI KELAS</a:t>
            </a: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</p:txBody>
      </p:sp>
      <p:pic>
        <p:nvPicPr>
          <p:cNvPr id="4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b695994e74d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7A2003C-1751-46F7-B241-BDAF55C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Bash: Git Bash, WSL, Linux, macOS, Codespaces</a:t>
            </a:r>
            <a:endParaRPr sz="1100"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76cba9c6d4b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6440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7CA80693-8A68-4455-A4F5-EE2AEE3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17296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bash scripts/setup.sh; bash scripts/inspect.sh</a:t>
            </a:r>
            <a:endParaRPr sz="1100"/>
          </a:p>
        </p:txBody>
      </p:sp>
      <p:pic>
        <p:nvPicPr>
          <p:cNvPr id="5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a181af5614a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831336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853B67F-F70A-4CF8-8F83-F27C6007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39896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artefak di folder workspace/</a:t>
            </a:r>
            <a:endParaRPr sz="1100"/>
          </a:p>
        </p:txBody>
      </p:sp>
      <p:pic>
        <p:nvPicPr>
          <p:cNvPr id="5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b6b7068e6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39826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673762A9-293C-4638-BD8B-6CD6A740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824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Isi check-status.sh; chmod u+x</a:t>
            </a:r>
            <a:endParaRPr sz="1100"/>
          </a:p>
        </p:txBody>
      </p:sp>
      <p:pic>
        <p:nvPicPr>
          <p:cNvPr id="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468da9b3c4d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96519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A541F8C3-F30D-4B85-B502-8E84CC85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73752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bash scripts/verify.sh hingga 0 gagal</a:t>
            </a:r>
            <a:endParaRPr sz="1100"/>
          </a:p>
        </p:txBody>
      </p:sp>
      <p:pic>
        <p:nvPicPr>
          <p:cNvPr id="5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d6035c0a34e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32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066B6B8-1323-4056-9DC3-E0288AC5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406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Commit hasil/lab02.md dan bukti pribadi</a:t>
            </a:r>
            <a:endParaRPr sz="1100"/>
          </a:p>
        </p:txBody>
      </p:sp>
      <p:sp>
        <p:nvSpPr>
          <p:cNvPr id="24" name="Shape 14">
            <a:extLst xmlns:a="http://schemas.openxmlformats.org/drawingml/2006/main">
              <a:ext uri="{FF2B5EF4-FFF2-40B4-BE49-F238E27FC236}">
                <a16:creationId xmlns:a16="http://schemas.microsoft.com/office/drawing/2014/main" id="{DE2614D4-1188-47CD-A3DA-A2D317AB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FB1DE273-76D9-4E73-A1FD-5E01A1F8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BERKAS PENDAMPING</a:t>
            </a: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6" name="Text 16">
            <a:extLst xmlns:a="http://schemas.openxmlformats.org/drawingml/2006/main">
              <a:ext uri="{FF2B5EF4-FFF2-40B4-BE49-F238E27FC236}">
                <a16:creationId xmlns:a16="http://schemas.microsoft.com/office/drawing/2014/main" id="{AA9B85D6-71F8-4280-9E2D-FCE3D7DC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README, MODUL_MAHASISWA, hasil/lab02.md, screenshots/</a:t>
            </a:r>
            <a:endParaRPr sz="1200"/>
          </a:p>
        </p:txBody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C92B5F36-A7EB-4B0E-B185-88A60D91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F496C4F0-02D0-4AF1-A1BF-4ACFF8E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Kunci lengkap dan screenshot ada di modul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467086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49AF8E-97F0-4CCE-8D7A-06E809EE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3CF5C6-7E0C-47F4-884B-D71E8E9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4B7BDC-0FA6-47E5-B526-6519E189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3aa89ea0e4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54fb062894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49D9F0B-B868-41E7-851D-7BCAF9AD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32DEEE0-B104-43CB-A578-1D15457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Siapkan dan inspeksi workspace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CF1B181-D4A5-4715-8AFA-A40A3BA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meet2CloudService  |  bukti: screenshots/lab02_setup_inspect.png</a:t>
            </a:r>
            <a:endParaRPr sz="1200"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021475D-1148-C76A-2BC3-547F3CA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55626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68436c7294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660" y="1536700"/>
            <a:ext cx="5199680" cy="4546600"/>
          </a:xfrm>
          <a:prstGeom xmlns:a="http://schemas.openxmlformats.org/drawingml/2006/main" prst="rect">
            <a:avLst/>
          </a:prstGeom>
        </p:spPr>
      </p:pic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2569745-EAEB-583F-44AF-833B0E8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435100"/>
            <a:ext cx="5511800" cy="47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30B6432-AC3B-D55E-3753-849C8F8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435100"/>
            <a:ext cx="55118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3E2F6D7-1C67-3AA2-EFA8-62226E49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1676400"/>
            <a:ext cx="5130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PERINTAH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5D7460E-1BEA-63EE-BDA4-8CFDB916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1917700"/>
            <a:ext cx="5130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92A44"/>
                </a:solidFill>
                <a:latin typeface="Consolas"/>
                <a:ea typeface="Consolas"/>
                <a:cs typeface="Consolas"/>
              </a:rPr>
              <a:t>bash scripts/setup.sh
bash scripts/inspect.sh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59412D-71E7-74C4-3436-48F428E8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2895600"/>
            <a:ext cx="5130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48C5D8B-6B91-9474-2486-6075BEF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3136900"/>
            <a:ext cx="5130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setup membuat data latihan; inspect membaca path, daftar berkas, CSV, log, dan WARN.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3BB1072-EB55-7257-CDFE-EC7211F3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4343400"/>
            <a:ext cx="5130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BACA SCREENSHOT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B6EFB4B-1CE8-0525-6D17-5666B5BE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4584700"/>
            <a:ext cx="5130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Folder workspace/ tercipta; dua baris CSV, dua log terakhir, dan WARN = 2 terlihat.</a:t>
            </a:r>
          </a:p>
        </p:txBody>
      </p:sp>
    </p:spTree>
    <p:extLst>
      <p:ext uri="{BB962C8B-B14F-4D97-AF65-F5344CB8AC3E}">
        <p14:creationId xmlns:p14="http://schemas.microsoft.com/office/powerpoint/2010/main" val="355168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9F2EB3-AFB2-484B-9FFF-FCF40AA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A5F9E8-7526-4139-B109-384EF9E7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1E1D40-7191-4E2B-89C4-296180A9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ccfd7e4fe49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ce0abf8af4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D8EB3AF-11E8-4596-AC56-35526E05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937329E-F29F-4061-8003-147338E3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Telusuri path, izin, dan log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24AD039-BC53-46F5-AD55-9703A80B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Perintah relatif terhadap workspace/  |  screenshots/lab02_navigasi.png</a:t>
            </a:r>
            <a:endParaRPr sz="1200"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0B5F3669-7DA7-4AAD-F707-AB86DD07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78105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4f27eb7ee4c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0" y="1809494"/>
            <a:ext cx="7632700" cy="4001012"/>
          </a:xfrm>
          <a:prstGeom xmlns:a="http://schemas.openxmlformats.org/drawingml/2006/main" prst="rect">
            <a:avLst/>
          </a:prstGeom>
        </p:spPr>
      </p:pic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9245063-073F-9035-A628-2FDDE9FE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1435100"/>
            <a:ext cx="3263900" cy="47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513EDD6-C9A5-35AC-A6A8-70929470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1435100"/>
            <a:ext cx="32639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5ED0BCB-9789-70AA-EC48-4FC411C0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6764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PERINTAH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95DFAEB-E038-D893-CDE8-B9ADF2D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9177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92A44"/>
                </a:solidFill>
                <a:latin typeface="Consolas"/>
                <a:ea typeface="Consolas"/>
                <a:cs typeface="Consolas"/>
              </a:rPr>
              <a:t>pwd; ls -l
head -n 2 docs/requests.csv
tail -n 2 logs/app.log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1421B9-088B-A0FD-2106-F2F093D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1369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A99E58A-2DB2-AB53-C38F-33BC33E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3782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Periksa lokasi, izin rwx, awal CSV, dan akhir log.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B825E00-08A1-1F67-F4C5-DCB5CD27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5085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HASIL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9F195CE-CB6C-DB27-E5C5-D02466D9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7498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ERROR di log dapat dicari dengan grep untuk analisis incident.</a:t>
            </a:r>
          </a:p>
        </p:txBody>
      </p:sp>
    </p:spTree>
    <p:extLst>
      <p:ext uri="{BB962C8B-B14F-4D97-AF65-F5344CB8AC3E}">
        <p14:creationId xmlns:p14="http://schemas.microsoft.com/office/powerpoint/2010/main" val="458859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6F858D-EE7B-464C-84DB-22FEB4C2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35D272-1042-441D-95F7-ED9D52DB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0A22E93-ECBA-4311-9619-A6EF4A81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c18b16233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b49febb9b48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337AC8A-63D8-474F-A91D-9D8B04E6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9A13EC3-26DC-4E71-A5A8-AF6E7303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Bangun artefak dengan pipe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80FEEF1-0749-4010-B06C-6A3C8591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kerja nyata  |  screenshots/lab02_artefak.png</a:t>
            </a:r>
            <a:endParaRPr sz="1200"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C12FE11-E8BE-D2F0-D9C9-F08B3020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78105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1c8e2232a41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0" y="1686386"/>
            <a:ext cx="7632700" cy="4247228"/>
          </a:xfrm>
          <a:prstGeom xmlns:a="http://schemas.openxmlformats.org/drawingml/2006/main" prst="rect">
            <a:avLst/>
          </a:prstGeom>
        </p:spPr>
      </p:pic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3326FA2-BB93-1D28-219C-7029937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1435100"/>
            <a:ext cx="3263900" cy="47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12C04060-775E-C9F4-1785-62428C43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1435100"/>
            <a:ext cx="32639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8E98E27-C8FB-4DB2-6E9E-3472719F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6764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PERINTAH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772DD4E-4213-5802-DD05-C3FDB8F0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9177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92A44"/>
                </a:solidFill>
                <a:latin typeface="Consolas"/>
                <a:ea typeface="Consolas"/>
                <a:cs typeface="Consolas"/>
              </a:rPr>
              <a:t>grep 'ERROR' logs/app.log &gt; results/errors.txt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6307059-9AB3-02F2-4A5F-049718B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1115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CFFE152-AF3A-4B12-29AA-55A40480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3528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grep memilih baris; &gt; menyimpan output. Pipe dan wc -l menghitung WARN = 2.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2CF913C-6468-1117-4C21-D36EA03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5974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HASIL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4670C91-F9A2-9F5C-9DC6-104B458A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838700"/>
            <a:ext cx="288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Periksa files dengan find dan cat; incident.txt mencatat interpretasi log.</a:t>
            </a:r>
          </a:p>
        </p:txBody>
      </p:sp>
    </p:spTree>
    <p:extLst>
      <p:ext uri="{BB962C8B-B14F-4D97-AF65-F5344CB8AC3E}">
        <p14:creationId xmlns:p14="http://schemas.microsoft.com/office/powerpoint/2010/main" val="12690011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D6EC9F-193F-4FAE-9515-565D4B2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434D38-A7F6-4121-99BD-138248BE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6A29A77-82E3-4BD5-B249-512CA36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4cc9dbf8846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31b17a5c849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C539D7C-2160-4ED2-872F-92BA4509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01B15C9-4BE1-43F8-80CA-CCF38BC4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Uji skrip Bash sampai lulus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FB5ECD4-DC0C-498E-B17F-83EEE173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Kunci lengkap ada di modul  |  bukti: screenshots/lab02_uji_terkini.png</a:t>
            </a:r>
            <a:endParaRPr sz="1200"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B38BBE0-15B3-8B73-4020-567D35E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77470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3775af40845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0" y="1735748"/>
            <a:ext cx="7569200" cy="4148504"/>
          </a:xfrm>
          <a:prstGeom xmlns:a="http://schemas.openxmlformats.org/drawingml/2006/main" prst="rect">
            <a:avLst/>
          </a:prstGeom>
        </p:spPr>
      </p:pic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11A1ED4-51FD-C6B0-2277-6D2AFA7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5100"/>
            <a:ext cx="3327400" cy="47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273A598-7EB6-9C10-0B1C-EEBF7B85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5100"/>
            <a:ext cx="3327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FAD026C-2E28-BE33-9F61-4E0695B5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94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PERINTAH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50811BE-47DD-B22F-A0DE-0D18C678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17700"/>
            <a:ext cx="294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92A44"/>
                </a:solidFill>
                <a:latin typeface="Consolas"/>
                <a:ea typeface="Consolas"/>
                <a:cs typeface="Consolas"/>
              </a:rPr>
              <a:t>cd workspace
chmod u+x scripts/check-status.sh
cd ..
bash scripts/verify.sh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F73FC4F-0655-80E9-5823-821D6FCE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94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DC85F5C-79CD-BF65-6520-AFA72D4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65500"/>
            <a:ext cx="294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Verifier memeriksa berkas, permission, grep, pipe, dan klasifikasi HTTP.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697D064-C17E-3AE3-0863-A1B42571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94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BACA SCREENSHOT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F65FE5BA-F8B6-16EF-EB49-A35E0E44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75200"/>
            <a:ext cx="294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Hasil: 0 gagal; status 99 ditolak dengan exit code 2. Commit hasil/lab02.md.</a:t>
            </a:r>
          </a:p>
        </p:txBody>
      </p:sp>
    </p:spTree>
    <p:extLst>
      <p:ext uri="{BB962C8B-B14F-4D97-AF65-F5344CB8AC3E}">
        <p14:creationId xmlns:p14="http://schemas.microsoft.com/office/powerpoint/2010/main" val="281149921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98FC9C-9E8C-473F-9C91-B510078A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4E33C0-A9C3-42A5-B125-506F65E7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B63208-FEB1-4E7D-9F9A-A17978B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87e906d5c40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9e3dff8fd4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30C40EB-5064-4916-A556-8D42D631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160B7A4-B1CF-42FC-862E-205A6B45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langkah 4 | kode status HTTP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F2194E0-AED4-4638-9D0E-F56DAA48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lima input, exit code, verifier  |  output aktual dari salinan solusi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52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7500"/>
            <a:ext cx="112522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77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KODE VALID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103/200/302/503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INPUT SALAH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99 keluar dengan kode 2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Hasil: 0 gagal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177ca8f384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7191" y="1490898"/>
            <a:ext cx="9672218" cy="37238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8463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A0809A-EBD9-4C00-B7AA-0069A15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2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CC4EAB-193F-4460-9A9D-E4CAA4B1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6B01BC-DB8D-4B1B-8504-7D52F81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054f7c833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22a0e0ba6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1E2FEF8-E22A-4AA4-9E41-3E1DDB7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ACCE5AF-138C-42F0-A5AF-DFC66D13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Git | repo Lab 02 terbit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66975C1-17E0-4726-A6D7-4A26892A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Opsi -u menyimpan upstream; cocokkan SHA setelah push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52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7500"/>
            <a:ext cx="112522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77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TUJUAN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 = meet2CloudService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HASIL PUSH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 lokal = remote saat uji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MAHASISWA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push -u origin main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b9aefbc12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6439" y="1490898"/>
            <a:ext cx="9873722" cy="37238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699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2026-10-07T16:55:47.6220000Z</dcterms:created>
  <dcterms:modified xsi:type="dcterms:W3CDTF">2026-10-07T16:55:47.6220000Z</dcterms:modified>
</coreProperties>
</file>