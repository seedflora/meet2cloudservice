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f9148c05094867" /><Relationship Type="http://schemas.openxmlformats.org/officeDocument/2006/relationships/extended-properties" Target="/docProps/app.xml" Id="R05af2eec73174a34" /><Relationship Type="http://schemas.openxmlformats.org/officeDocument/2006/relationships/officeDocument" Target="/ppt/presentation.xml" Id="Re0503a745f0348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24ceed23884ec9"/>
  </p:sldMasterIdLst>
  <p:notesMasterIdLst>
    <p:notesMasterId xmlns:r="http://schemas.openxmlformats.org/officeDocument/2006/relationships" r:id="R56d1e6073cd24fe2"/>
  </p:notesMasterIdLst>
  <p:sldIdLst>
    <p:sldId xmlns:r="http://schemas.openxmlformats.org/officeDocument/2006/relationships" id="256" r:id="Ra249225fb1a34e39"/>
    <p:sldId xmlns:r="http://schemas.openxmlformats.org/officeDocument/2006/relationships" id="257" r:id="R1aa166f395fe4058"/>
    <p:sldId xmlns:r="http://schemas.openxmlformats.org/officeDocument/2006/relationships" id="258" r:id="R98f4885881e14094"/>
    <p:sldId xmlns:r="http://schemas.openxmlformats.org/officeDocument/2006/relationships" id="259" r:id="Ra8f3866520594910"/>
    <p:sldId xmlns:r="http://schemas.openxmlformats.org/officeDocument/2006/relationships" id="260" r:id="R13c2068f49de4a58"/>
    <p:sldId xmlns:r="http://schemas.openxmlformats.org/officeDocument/2006/relationships" id="261" r:id="R82f3a279fc614b2b"/>
    <p:sldId xmlns:r="http://schemas.openxmlformats.org/officeDocument/2006/relationships" id="262" r:id="R7d5e8fee85de4763"/>
    <p:sldId xmlns:r="http://schemas.openxmlformats.org/officeDocument/2006/relationships" id="263" r:id="R152a2098c94d4e7f"/>
    <p:sldId xmlns:r="http://schemas.openxmlformats.org/officeDocument/2006/relationships" id="264" r:id="R6f0e6e0acf0942dd"/>
    <p:sldId xmlns:r="http://schemas.openxmlformats.org/officeDocument/2006/relationships" id="265" r:id="Re5f990d957214e10"/>
    <p:sldId xmlns:r="http://schemas.openxmlformats.org/officeDocument/2006/relationships" id="266" r:id="R74fe4bfdfbf34091"/>
    <p:sldId xmlns:r="http://schemas.openxmlformats.org/officeDocument/2006/relationships" id="267" r:id="R928aea33111949ae"/>
    <p:sldId xmlns:r="http://schemas.openxmlformats.org/officeDocument/2006/relationships" id="268" r:id="R69271f5800ec4e3f"/>
    <p:sldId xmlns:r="http://schemas.openxmlformats.org/officeDocument/2006/relationships" id="269" r:id="R82e77bd4d00e412c"/>
    <p:sldId xmlns:r="http://schemas.openxmlformats.org/officeDocument/2006/relationships" id="270" r:id="R34f64120155244cd"/>
    <p:sldId xmlns:r="http://schemas.openxmlformats.org/officeDocument/2006/relationships" id="271" r:id="Rf48342c896754431"/>
    <p:sldId xmlns:r="http://schemas.openxmlformats.org/officeDocument/2006/relationships" id="272" r:id="R3e895fc9f051493f"/>
    <p:sldId xmlns:r="http://schemas.openxmlformats.org/officeDocument/2006/relationships" id="273" r:id="Rba0c856642e14588"/>
    <p:sldId xmlns:r="http://schemas.openxmlformats.org/officeDocument/2006/relationships" id="274" r:id="Rd7488568edb64732"/>
    <p:sldId xmlns:r="http://schemas.openxmlformats.org/officeDocument/2006/relationships" id="275" r:id="R84feb23490c14401"/>
    <p:sldId xmlns:r="http://schemas.openxmlformats.org/officeDocument/2006/relationships" id="276" r:id="Rbde302ca9fb54210"/>
    <p:sldId xmlns:r="http://schemas.openxmlformats.org/officeDocument/2006/relationships" id="277" r:id="Rc50fcaa4addc4f64"/>
    <p:sldId xmlns:r="http://schemas.openxmlformats.org/officeDocument/2006/relationships" id="278" r:id="R2d986f4132fa4053"/>
    <p:sldId xmlns:r="http://schemas.openxmlformats.org/officeDocument/2006/relationships" id="279" r:id="Rb47d3421985345e4"/>
    <p:sldId xmlns:r="http://schemas.openxmlformats.org/officeDocument/2006/relationships" id="280" r:id="R95d61a4b8b17491d"/>
    <p:sldId xmlns:r="http://schemas.openxmlformats.org/officeDocument/2006/relationships" id="281" r:id="R0120ff23c83b415f"/>
    <p:sldId xmlns:r="http://schemas.openxmlformats.org/officeDocument/2006/relationships" id="282" r:id="R7f62d3fe6d4147ac"/>
    <p:sldId xmlns:r="http://schemas.openxmlformats.org/officeDocument/2006/relationships" id="283" r:id="R9dcb4f9fce7f4293"/>
    <p:sldId xmlns:r="http://schemas.openxmlformats.org/officeDocument/2006/relationships" id="284" r:id="R2f6ad6e7f89849b2"/>
    <p:sldId xmlns:r="http://schemas.openxmlformats.org/officeDocument/2006/relationships" id="285" r:id="R3a773ae8164d4078"/>
    <p:sldId xmlns:r="http://schemas.openxmlformats.org/officeDocument/2006/relationships" id="286" r:id="R88d09100828244c2"/>
    <p:sldId xmlns:r="http://schemas.openxmlformats.org/officeDocument/2006/relationships" id="287" r:id="R801712b91af049f2"/>
    <p:sldId xmlns:r="http://schemas.openxmlformats.org/officeDocument/2006/relationships" id="288" r:id="R27187123d8f44e22"/>
    <p:sldId xmlns:r="http://schemas.openxmlformats.org/officeDocument/2006/relationships" id="289" r:id="Rd62ff32b2d4e419e"/>
    <p:sldId xmlns:r="http://schemas.openxmlformats.org/officeDocument/2006/relationships" id="290" r:id="R562c6cd7f411456d"/>
    <p:sldId xmlns:r="http://schemas.openxmlformats.org/officeDocument/2006/relationships" id="291" r:id="R64644bf971694f22"/>
    <p:sldId xmlns:r="http://schemas.openxmlformats.org/officeDocument/2006/relationships" id="292" r:id="R03e72f1f60664409"/>
    <p:sldId xmlns:r="http://schemas.openxmlformats.org/officeDocument/2006/relationships" id="293" r:id="Rf1aaab82f7f54b1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9bc95ad2c24cb0" /><Relationship Type="http://schemas.openxmlformats.org/officeDocument/2006/relationships/slideMaster" Target="/ppt/slideMasters/slideMaster1.xml" Id="R9324ceed23884ec9" /><Relationship Type="http://schemas.openxmlformats.org/officeDocument/2006/relationships/notesMaster" Target="/ppt/notesMasters/notesMaster1.xml" Id="R56d1e6073cd24fe2" /><Relationship Type="http://schemas.openxmlformats.org/officeDocument/2006/relationships/presProps" Target="/ppt/presProps.xml" Id="Rdca1ae2750fd4be6" /><Relationship Type="http://schemas.openxmlformats.org/officeDocument/2006/relationships/viewProps" Target="/ppt/viewProps.xml" Id="R3d71ecde59154c6f" /><Relationship Type="http://schemas.openxmlformats.org/officeDocument/2006/relationships/tableStyles" Target="/ppt/tableStyles.xml" Id="R26b9ac6a809e4415" /><Relationship Type="http://schemas.openxmlformats.org/officeDocument/2006/relationships/slide" Target="/ppt/slides/slide1.xml" Id="Ra249225fb1a34e39" /><Relationship Type="http://schemas.openxmlformats.org/officeDocument/2006/relationships/slide" Target="/ppt/slides/slide2.xml" Id="R1aa166f395fe4058" /><Relationship Type="http://schemas.openxmlformats.org/officeDocument/2006/relationships/slide" Target="/ppt/slides/slide3.xml" Id="R98f4885881e14094" /><Relationship Type="http://schemas.openxmlformats.org/officeDocument/2006/relationships/slide" Target="/ppt/slides/slide4.xml" Id="Ra8f3866520594910" /><Relationship Type="http://schemas.openxmlformats.org/officeDocument/2006/relationships/slide" Target="/ppt/slides/slide5.xml" Id="R13c2068f49de4a58" /><Relationship Type="http://schemas.openxmlformats.org/officeDocument/2006/relationships/slide" Target="/ppt/slides/slide6.xml" Id="R82f3a279fc614b2b" /><Relationship Type="http://schemas.openxmlformats.org/officeDocument/2006/relationships/slide" Target="/ppt/slides/slide7.xml" Id="R7d5e8fee85de4763" /><Relationship Type="http://schemas.openxmlformats.org/officeDocument/2006/relationships/slide" Target="/ppt/slides/slide8.xml" Id="R152a2098c94d4e7f" /><Relationship Type="http://schemas.openxmlformats.org/officeDocument/2006/relationships/slide" Target="/ppt/slides/slide9.xml" Id="R6f0e6e0acf0942dd" /><Relationship Type="http://schemas.openxmlformats.org/officeDocument/2006/relationships/slide" Target="/ppt/slides/slide10.xml" Id="Re5f990d957214e10" /><Relationship Type="http://schemas.openxmlformats.org/officeDocument/2006/relationships/slide" Target="/ppt/slides/slide11.xml" Id="R74fe4bfdfbf34091" /><Relationship Type="http://schemas.openxmlformats.org/officeDocument/2006/relationships/slide" Target="/ppt/slides/slide12.xml" Id="R928aea33111949ae" /><Relationship Type="http://schemas.openxmlformats.org/officeDocument/2006/relationships/slide" Target="/ppt/slides/slide13.xml" Id="R69271f5800ec4e3f" /><Relationship Type="http://schemas.openxmlformats.org/officeDocument/2006/relationships/slide" Target="/ppt/slides/slide14.xml" Id="R82e77bd4d00e412c" /><Relationship Type="http://schemas.openxmlformats.org/officeDocument/2006/relationships/slide" Target="/ppt/slides/slide15.xml" Id="R34f64120155244cd" /><Relationship Type="http://schemas.openxmlformats.org/officeDocument/2006/relationships/slide" Target="/ppt/slides/slide16.xml" Id="Rf48342c896754431" /><Relationship Type="http://schemas.openxmlformats.org/officeDocument/2006/relationships/slide" Target="/ppt/slides/slide17.xml" Id="R3e895fc9f051493f" /><Relationship Type="http://schemas.openxmlformats.org/officeDocument/2006/relationships/slide" Target="/ppt/slides/slide18.xml" Id="Rba0c856642e14588" /><Relationship Type="http://schemas.openxmlformats.org/officeDocument/2006/relationships/slide" Target="/ppt/slides/slide19.xml" Id="Rd7488568edb64732" /><Relationship Type="http://schemas.openxmlformats.org/officeDocument/2006/relationships/slide" Target="/ppt/slides/slide20.xml" Id="R84feb23490c14401" /><Relationship Type="http://schemas.openxmlformats.org/officeDocument/2006/relationships/slide" Target="/ppt/slides/slide21.xml" Id="Rbde302ca9fb54210" /><Relationship Type="http://schemas.openxmlformats.org/officeDocument/2006/relationships/slide" Target="/ppt/slides/slide22.xml" Id="Rc50fcaa4addc4f64" /><Relationship Type="http://schemas.openxmlformats.org/officeDocument/2006/relationships/slide" Target="/ppt/slides/slide23.xml" Id="R2d986f4132fa4053" /><Relationship Type="http://schemas.openxmlformats.org/officeDocument/2006/relationships/slide" Target="/ppt/slides/slide24.xml" Id="Rb47d3421985345e4" /><Relationship Type="http://schemas.openxmlformats.org/officeDocument/2006/relationships/slide" Target="/ppt/slides/slide25.xml" Id="R95d61a4b8b17491d" /><Relationship Type="http://schemas.openxmlformats.org/officeDocument/2006/relationships/slide" Target="/ppt/slides/slide26.xml" Id="R0120ff23c83b415f" /><Relationship Type="http://schemas.openxmlformats.org/officeDocument/2006/relationships/slide" Target="/ppt/slides/slide27.xml" Id="R7f62d3fe6d4147ac" /><Relationship Type="http://schemas.openxmlformats.org/officeDocument/2006/relationships/slide" Target="/ppt/slides/slide28.xml" Id="R9dcb4f9fce7f4293" /><Relationship Type="http://schemas.openxmlformats.org/officeDocument/2006/relationships/slide" Target="/ppt/slides/slide29.xml" Id="R2f6ad6e7f89849b2" /><Relationship Type="http://schemas.openxmlformats.org/officeDocument/2006/relationships/slide" Target="/ppt/slides/slide30.xml" Id="R3a773ae8164d4078" /><Relationship Type="http://schemas.openxmlformats.org/officeDocument/2006/relationships/slide" Target="/ppt/slides/slide31.xml" Id="R88d09100828244c2" /><Relationship Type="http://schemas.openxmlformats.org/officeDocument/2006/relationships/slide" Target="/ppt/slides/slide32.xml" Id="R801712b91af049f2" /><Relationship Type="http://schemas.openxmlformats.org/officeDocument/2006/relationships/slide" Target="/ppt/slides/slide33.xml" Id="R27187123d8f44e22" /><Relationship Type="http://schemas.openxmlformats.org/officeDocument/2006/relationships/slide" Target="/ppt/slides/slide34.xml" Id="Rd62ff32b2d4e419e" /><Relationship Type="http://schemas.openxmlformats.org/officeDocument/2006/relationships/slide" Target="/ppt/slides/slide35.xml" Id="R562c6cd7f411456d" /><Relationship Type="http://schemas.openxmlformats.org/officeDocument/2006/relationships/slide" Target="/ppt/slides/slide36.xml" Id="R64644bf971694f22" /><Relationship Type="http://schemas.openxmlformats.org/officeDocument/2006/relationships/slide" Target="/ppt/slides/slide37.xml" Id="R03e72f1f60664409" /><Relationship Type="http://schemas.openxmlformats.org/officeDocument/2006/relationships/slide" Target="/ppt/slides/slide38.xml" Id="Rf1aaab82f7f54b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95e29c787140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a2e292aeb242e4" /><Relationship Type="http://schemas.openxmlformats.org/officeDocument/2006/relationships/notesMaster" Target="/ppt/notesMasters/notesMaster1.xml" Id="R7426b4d90e164d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94cd9a630b428f" /><Relationship Type="http://schemas.openxmlformats.org/officeDocument/2006/relationships/notesMaster" Target="/ppt/notesMasters/notesMaster1.xml" Id="Rfae744efefad42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8b0577fc91401e" /><Relationship Type="http://schemas.openxmlformats.org/officeDocument/2006/relationships/notesMaster" Target="/ppt/notesMasters/notesMaster1.xml" Id="R6c9a95e42de647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440debe4ec466a" /><Relationship Type="http://schemas.openxmlformats.org/officeDocument/2006/relationships/notesMaster" Target="/ppt/notesMasters/notesMaster1.xml" Id="R1dde76c782d844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58faccb1394da8" /><Relationship Type="http://schemas.openxmlformats.org/officeDocument/2006/relationships/notesMaster" Target="/ppt/notesMasters/notesMaster1.xml" Id="Rb8e8c23d250545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83006a467c46b0" /><Relationship Type="http://schemas.openxmlformats.org/officeDocument/2006/relationships/notesMaster" Target="/ppt/notesMasters/notesMaster1.xml" Id="R9484da90f2ec40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22832b9c4a4d1c" /><Relationship Type="http://schemas.openxmlformats.org/officeDocument/2006/relationships/notesMaster" Target="/ppt/notesMasters/notesMaster1.xml" Id="Raeff5d9d9e384e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63ae9bee354295" /><Relationship Type="http://schemas.openxmlformats.org/officeDocument/2006/relationships/notesMaster" Target="/ppt/notesMasters/notesMaster1.xml" Id="R20a307103ba947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8d6543c40046d2" /><Relationship Type="http://schemas.openxmlformats.org/officeDocument/2006/relationships/notesMaster" Target="/ppt/notesMasters/notesMaster1.xml" Id="R26c5178183f848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a2401155d94496" /><Relationship Type="http://schemas.openxmlformats.org/officeDocument/2006/relationships/notesMaster" Target="/ppt/notesMasters/notesMaster1.xml" Id="Rf29dc0389e8c48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4a8916a1ee4f61" /><Relationship Type="http://schemas.openxmlformats.org/officeDocument/2006/relationships/notesMaster" Target="/ppt/notesMasters/notesMaster1.xml" Id="R7003df79975b4b6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26ce3c89f224180" /><Relationship Type="http://schemas.openxmlformats.org/officeDocument/2006/relationships/notesMaster" Target="/ppt/notesMasters/notesMaster1.xml" Id="Rcda904d9a90642e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288f6d4b20e4269" /><Relationship Type="http://schemas.openxmlformats.org/officeDocument/2006/relationships/notesMaster" Target="/ppt/notesMasters/notesMaster1.xml" Id="R5d98d450e30b468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4036822870841a0" /><Relationship Type="http://schemas.openxmlformats.org/officeDocument/2006/relationships/notesMaster" Target="/ppt/notesMasters/notesMaster1.xml" Id="R6a0f7a4789e548c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4dc582c3c994a1e" /><Relationship Type="http://schemas.openxmlformats.org/officeDocument/2006/relationships/notesMaster" Target="/ppt/notesMasters/notesMaster1.xml" Id="Rd734a77748f3428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82f9d63ee2b41cf" /><Relationship Type="http://schemas.openxmlformats.org/officeDocument/2006/relationships/notesMaster" Target="/ppt/notesMasters/notesMaster1.xml" Id="Rd16028a0cced404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d68eb4eeabb4809" /><Relationship Type="http://schemas.openxmlformats.org/officeDocument/2006/relationships/notesMaster" Target="/ppt/notesMasters/notesMaster1.xml" Id="Rcc0e7eab1a70419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646d2d75db94660" /><Relationship Type="http://schemas.openxmlformats.org/officeDocument/2006/relationships/notesMaster" Target="/ppt/notesMasters/notesMaster1.xml" Id="R6658b83fd1df48d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4f9a30815d4ccd" /><Relationship Type="http://schemas.openxmlformats.org/officeDocument/2006/relationships/notesMaster" Target="/ppt/notesMasters/notesMaster1.xml" Id="R16a80de16564479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fb4871dacc14977" /><Relationship Type="http://schemas.openxmlformats.org/officeDocument/2006/relationships/notesMaster" Target="/ppt/notesMasters/notesMaster1.xml" Id="Rb6336a48d2084b1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b7ddcee6aee4382" /><Relationship Type="http://schemas.openxmlformats.org/officeDocument/2006/relationships/notesMaster" Target="/ppt/notesMasters/notesMaster1.xml" Id="R3146ede8f9834a0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f3342c8faa14474" /><Relationship Type="http://schemas.openxmlformats.org/officeDocument/2006/relationships/notesMaster" Target="/ppt/notesMasters/notesMaster1.xml" Id="Rcb05b8e466c6481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aafc8b4f697402c" /><Relationship Type="http://schemas.openxmlformats.org/officeDocument/2006/relationships/notesMaster" Target="/ppt/notesMasters/notesMaster1.xml" Id="R5f18fbcff1a0433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de785e10de54f8e" /><Relationship Type="http://schemas.openxmlformats.org/officeDocument/2006/relationships/notesMaster" Target="/ppt/notesMasters/notesMaster1.xml" Id="Rb2f078765d1142e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c5f406f546a4b7f" /><Relationship Type="http://schemas.openxmlformats.org/officeDocument/2006/relationships/notesMaster" Target="/ppt/notesMasters/notesMaster1.xml" Id="R1ecf20f96af24c8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0cba8815afa43c2" /><Relationship Type="http://schemas.openxmlformats.org/officeDocument/2006/relationships/notesMaster" Target="/ppt/notesMasters/notesMaster1.xml" Id="R785d10a68f75410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12ce1dda0674bfa" /><Relationship Type="http://schemas.openxmlformats.org/officeDocument/2006/relationships/notesMaster" Target="/ppt/notesMasters/notesMaster1.xml" Id="R7ac006a0b7af4ec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084ee95ca024549" /><Relationship Type="http://schemas.openxmlformats.org/officeDocument/2006/relationships/notesMaster" Target="/ppt/notesMasters/notesMaster1.xml" Id="R701fbeec573348d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71471e23d0d4750" /><Relationship Type="http://schemas.openxmlformats.org/officeDocument/2006/relationships/notesMaster" Target="/ppt/notesMasters/notesMaster1.xml" Id="R3db07839db2747c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275fb6fc21745f5" /><Relationship Type="http://schemas.openxmlformats.org/officeDocument/2006/relationships/notesMaster" Target="/ppt/notesMasters/notesMaster1.xml" Id="Rbbf234f31582401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f67bba9ee404835" /><Relationship Type="http://schemas.openxmlformats.org/officeDocument/2006/relationships/notesMaster" Target="/ppt/notesMasters/notesMaster1.xml" Id="Rf9faf53e4bf7460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fab75228d2d4c84" /><Relationship Type="http://schemas.openxmlformats.org/officeDocument/2006/relationships/notesMaster" Target="/ppt/notesMasters/notesMaster1.xml" Id="R0683f012c01f46b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90786babaae4de3" /><Relationship Type="http://schemas.openxmlformats.org/officeDocument/2006/relationships/notesMaster" Target="/ppt/notesMasters/notesMaster1.xml" Id="Raaf957b9a9a1452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4b0de25b16d400b" /><Relationship Type="http://schemas.openxmlformats.org/officeDocument/2006/relationships/notesMaster" Target="/ppt/notesMasters/notesMaster1.xml" Id="R66fee2837e1d4eb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aca4ad8502e4131" /><Relationship Type="http://schemas.openxmlformats.org/officeDocument/2006/relationships/notesMaster" Target="/ppt/notesMasters/notesMaster1.xml" Id="R700e62e64cea4421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9cce08080cf4719" /><Relationship Type="http://schemas.openxmlformats.org/officeDocument/2006/relationships/notesMaster" Target="/ppt/notesMasters/notesMaster1.xml" Id="R6f19e08a164e4dd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ac20c06115c4d14" /><Relationship Type="http://schemas.openxmlformats.org/officeDocument/2006/relationships/notesMaster" Target="/ppt/notesMasters/notesMaster1.xml" Id="Rf4899cfe558946f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bc129689ac24354" /><Relationship Type="http://schemas.openxmlformats.org/officeDocument/2006/relationships/notesMaster" Target="/ppt/notesMasters/notesMaster1.xml" Id="Re5dc70f47fc745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b20a0e18e045d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9a98dfd7574bf7" /><Relationship Type="http://schemas.openxmlformats.org/officeDocument/2006/relationships/slideLayout" Target="/ppt/slideLayouts/slideLayout1.xml" Id="R06f942cd8a724ff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f942cd8a724ff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5a407eb884125" /><Relationship Type="http://schemas.openxmlformats.org/officeDocument/2006/relationships/image" Target="/ppt/media/image.jpeg" Id="Rd74077e03508421a" /><Relationship Type="http://schemas.openxmlformats.org/officeDocument/2006/relationships/image" Target="/ppt/media/image.png" Id="Rfa9c8c407fdd4caa" /><Relationship Type="http://schemas.openxmlformats.org/officeDocument/2006/relationships/image" Target="/ppt/media/image2.png" Id="R6772c01697264082" /><Relationship Type="http://schemas.openxmlformats.org/officeDocument/2006/relationships/notesSlide" Target="/ppt/notesSlides/notesSlide1.xml" Id="R124cdd93257c48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5b099d1bd45fb" /><Relationship Type="http://schemas.openxmlformats.org/officeDocument/2006/relationships/image" Target="/ppt/media/image.png" Id="Ra8ba7b6d2b944ace" /><Relationship Type="http://schemas.openxmlformats.org/officeDocument/2006/relationships/image" Target="/ppt/media/image2.png" Id="R0af0e4ed95874ccc" /><Relationship Type="http://schemas.openxmlformats.org/officeDocument/2006/relationships/image" Target="/ppt/media/image3.png" Id="R6b0e7497f6254623" /><Relationship Type="http://schemas.openxmlformats.org/officeDocument/2006/relationships/image" Target="/ppt/media/image4.png" Id="R025195502c954018" /><Relationship Type="http://schemas.openxmlformats.org/officeDocument/2006/relationships/image" Target="/ppt/media/image5.png" Id="Re2429f605f594e89" /><Relationship Type="http://schemas.openxmlformats.org/officeDocument/2006/relationships/image" Target="/ppt/media/image6.png" Id="Ra0cfbf0e525342e1" /><Relationship Type="http://schemas.openxmlformats.org/officeDocument/2006/relationships/image" Target="/ppt/media/image7.png" Id="R47dda47fd7f24919" /><Relationship Type="http://schemas.openxmlformats.org/officeDocument/2006/relationships/image" Target="/ppt/media/image8.png" Id="R485bbd6adfdd4717" /><Relationship Type="http://schemas.openxmlformats.org/officeDocument/2006/relationships/notesSlide" Target="/ppt/notesSlides/notesSlide2.xml" Id="R41a6d7a46dc742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ef36533a642f2" /><Relationship Type="http://schemas.openxmlformats.org/officeDocument/2006/relationships/image" Target="/ppt/media/image.png" Id="R8e0a19b631914719" /><Relationship Type="http://schemas.openxmlformats.org/officeDocument/2006/relationships/image" Target="/ppt/media/image2.png" Id="R982da7c7d5f5481d" /><Relationship Type="http://schemas.openxmlformats.org/officeDocument/2006/relationships/notesSlide" Target="/ppt/notesSlides/notesSlide3.xml" Id="R14e45bd3c5444a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0f7ccf7794921" /><Relationship Type="http://schemas.openxmlformats.org/officeDocument/2006/relationships/image" Target="/ppt/media/image.png" Id="R3203819cbd204024" /><Relationship Type="http://schemas.openxmlformats.org/officeDocument/2006/relationships/image" Target="/ppt/media/image2.png" Id="Ra797881a9f804d5b" /><Relationship Type="http://schemas.openxmlformats.org/officeDocument/2006/relationships/notesSlide" Target="/ppt/notesSlides/notesSlide4.xml" Id="Rf1631b2ed3d14e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08701155174ccb" /><Relationship Type="http://schemas.openxmlformats.org/officeDocument/2006/relationships/image" Target="/ppt/media/image.png" Id="R65b8377fffd94ee6" /><Relationship Type="http://schemas.openxmlformats.org/officeDocument/2006/relationships/image" Target="/ppt/media/image2.png" Id="R8ba83b4001724187" /><Relationship Type="http://schemas.openxmlformats.org/officeDocument/2006/relationships/image" Target="/ppt/media/image9.png" Id="Rdb72b0a17ba94c85" /><Relationship Type="http://schemas.openxmlformats.org/officeDocument/2006/relationships/image" Target="/ppt/media/image10.png" Id="R46e268f2ddcc4836" /><Relationship Type="http://schemas.openxmlformats.org/officeDocument/2006/relationships/notesSlide" Target="/ppt/notesSlides/notesSlide5.xml" Id="R2e18a1e9190042f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e4c916e494682" /><Relationship Type="http://schemas.openxmlformats.org/officeDocument/2006/relationships/image" Target="/ppt/media/image.png" Id="R56a5d7ad365a4f83" /><Relationship Type="http://schemas.openxmlformats.org/officeDocument/2006/relationships/image" Target="/ppt/media/image2.png" Id="Rb0cc871a230e4a96" /><Relationship Type="http://schemas.openxmlformats.org/officeDocument/2006/relationships/notesSlide" Target="/ppt/notesSlides/notesSlide6.xml" Id="R035ceaf1192e43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f90190e5e84694" /><Relationship Type="http://schemas.openxmlformats.org/officeDocument/2006/relationships/image" Target="/ppt/media/image.png" Id="R333a3aebe3d142d3" /><Relationship Type="http://schemas.openxmlformats.org/officeDocument/2006/relationships/image" Target="/ppt/media/image2.png" Id="R65baa580deef42e6" /><Relationship Type="http://schemas.openxmlformats.org/officeDocument/2006/relationships/notesSlide" Target="/ppt/notesSlides/notesSlide7.xml" Id="R23611f2cbc0949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df0d58db14890" /><Relationship Type="http://schemas.openxmlformats.org/officeDocument/2006/relationships/image" Target="/ppt/media/image.png" Id="R7c92a22325e5470b" /><Relationship Type="http://schemas.openxmlformats.org/officeDocument/2006/relationships/image" Target="/ppt/media/image2.png" Id="R60578d5e728545b0" /><Relationship Type="http://schemas.openxmlformats.org/officeDocument/2006/relationships/notesSlide" Target="/ppt/notesSlides/notesSlide8.xml" Id="Rd2d97c5958e042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9176dc7154889" /><Relationship Type="http://schemas.openxmlformats.org/officeDocument/2006/relationships/image" Target="/ppt/media/image.png" Id="Rdb532665a91a4cd9" /><Relationship Type="http://schemas.openxmlformats.org/officeDocument/2006/relationships/image" Target="/ppt/media/image2.png" Id="Rd36d3a7870464374" /><Relationship Type="http://schemas.openxmlformats.org/officeDocument/2006/relationships/notesSlide" Target="/ppt/notesSlides/notesSlide9.xml" Id="R029fb0725ae44ca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563d7b627141db" /><Relationship Type="http://schemas.openxmlformats.org/officeDocument/2006/relationships/image" Target="/ppt/media/image.png" Id="R0b469fbcb38745cf" /><Relationship Type="http://schemas.openxmlformats.org/officeDocument/2006/relationships/image" Target="/ppt/media/image2.png" Id="R98095e49be76481d" /><Relationship Type="http://schemas.openxmlformats.org/officeDocument/2006/relationships/notesSlide" Target="/ppt/notesSlides/notesSlide10.xml" Id="R1d719466ffa0427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91614164b04766" /><Relationship Type="http://schemas.openxmlformats.org/officeDocument/2006/relationships/image" Target="/ppt/media/image.png" Id="Rb57bccf92b6c4b22" /><Relationship Type="http://schemas.openxmlformats.org/officeDocument/2006/relationships/image" Target="/ppt/media/image2.png" Id="R603fb2789f364886" /><Relationship Type="http://schemas.openxmlformats.org/officeDocument/2006/relationships/notesSlide" Target="/ppt/notesSlides/notesSlide11.xml" Id="Re7c344d0901b453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9d178258c48b4" /><Relationship Type="http://schemas.openxmlformats.org/officeDocument/2006/relationships/image" Target="/ppt/media/image.png" Id="R8ddef7a6c941404d" /><Relationship Type="http://schemas.openxmlformats.org/officeDocument/2006/relationships/image" Target="/ppt/media/image2.png" Id="Rd055ce19f1934244" /><Relationship Type="http://schemas.openxmlformats.org/officeDocument/2006/relationships/notesSlide" Target="/ppt/notesSlides/notesSlide12.xml" Id="Rd026c90e98fa444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eba5b76514524" /><Relationship Type="http://schemas.openxmlformats.org/officeDocument/2006/relationships/image" Target="/ppt/media/image.png" Id="R2226a7f5664147c1" /><Relationship Type="http://schemas.openxmlformats.org/officeDocument/2006/relationships/image" Target="/ppt/media/image2.png" Id="R85d2a4ba0b0841da" /><Relationship Type="http://schemas.openxmlformats.org/officeDocument/2006/relationships/notesSlide" Target="/ppt/notesSlides/notesSlide13.xml" Id="Rb0b4c55bd776469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bcc8828b204ce8" /><Relationship Type="http://schemas.openxmlformats.org/officeDocument/2006/relationships/image" Target="/ppt/media/image.png" Id="Rf4c2f561d9e848fb" /><Relationship Type="http://schemas.openxmlformats.org/officeDocument/2006/relationships/image" Target="/ppt/media/image2.png" Id="R5eac38f8b18d42cf" /><Relationship Type="http://schemas.openxmlformats.org/officeDocument/2006/relationships/image" Target="/ppt/media/image10.png" Id="Re3bc92d8709140bc" /><Relationship Type="http://schemas.openxmlformats.org/officeDocument/2006/relationships/notesSlide" Target="/ppt/notesSlides/notesSlide14.xml" Id="Rddc0bb7deed84f4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78c4479ab45b5" /><Relationship Type="http://schemas.openxmlformats.org/officeDocument/2006/relationships/image" Target="/ppt/media/image.png" Id="R81d12f9911574ddf" /><Relationship Type="http://schemas.openxmlformats.org/officeDocument/2006/relationships/image" Target="/ppt/media/image2.png" Id="R3e9de59674274333" /><Relationship Type="http://schemas.openxmlformats.org/officeDocument/2006/relationships/notesSlide" Target="/ppt/notesSlides/notesSlide15.xml" Id="R9e162baa8cc34ff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f1292731f64fe1" /><Relationship Type="http://schemas.openxmlformats.org/officeDocument/2006/relationships/image" Target="/ppt/media/image.png" Id="R51b50324010e45f3" /><Relationship Type="http://schemas.openxmlformats.org/officeDocument/2006/relationships/image" Target="/ppt/media/image2.png" Id="Rd9f33770c3f145ea" /><Relationship Type="http://schemas.openxmlformats.org/officeDocument/2006/relationships/notesSlide" Target="/ppt/notesSlides/notesSlide16.xml" Id="R169d9d14233b46d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ca1173d4ee4ba0" /><Relationship Type="http://schemas.openxmlformats.org/officeDocument/2006/relationships/image" Target="/ppt/media/image.png" Id="Re75ae4c956ef4328" /><Relationship Type="http://schemas.openxmlformats.org/officeDocument/2006/relationships/image" Target="/ppt/media/image2.png" Id="Rff992008593a46fe" /><Relationship Type="http://schemas.openxmlformats.org/officeDocument/2006/relationships/notesSlide" Target="/ppt/notesSlides/notesSlide17.xml" Id="Red08c795f5184ee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cc86ee10a04d1a" /><Relationship Type="http://schemas.openxmlformats.org/officeDocument/2006/relationships/image" Target="/ppt/media/image.png" Id="Rc455652cc07d4a5b" /><Relationship Type="http://schemas.openxmlformats.org/officeDocument/2006/relationships/image" Target="/ppt/media/image2.png" Id="R4f52c1149eb04200" /><Relationship Type="http://schemas.openxmlformats.org/officeDocument/2006/relationships/notesSlide" Target="/ppt/notesSlides/notesSlide18.xml" Id="Re25956a14a7446b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193e2fc13427b" /><Relationship Type="http://schemas.openxmlformats.org/officeDocument/2006/relationships/image" Target="/ppt/media/image.png" Id="R6dc5716b99d946ec" /><Relationship Type="http://schemas.openxmlformats.org/officeDocument/2006/relationships/image" Target="/ppt/media/image2.png" Id="R83111acdfefa4ff8" /><Relationship Type="http://schemas.openxmlformats.org/officeDocument/2006/relationships/notesSlide" Target="/ppt/notesSlides/notesSlide19.xml" Id="R3caac1eeb3024d5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e0e2f0544d4a43" /><Relationship Type="http://schemas.openxmlformats.org/officeDocument/2006/relationships/image" Target="/ppt/media/image.png" Id="Rcbd6045c747647e8" /><Relationship Type="http://schemas.openxmlformats.org/officeDocument/2006/relationships/image" Target="/ppt/media/image2.png" Id="R96b864c9a07c4d5d" /><Relationship Type="http://schemas.openxmlformats.org/officeDocument/2006/relationships/notesSlide" Target="/ppt/notesSlides/notesSlide20.xml" Id="Rdc0e1aef0f6a444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bc937ec72458a" /><Relationship Type="http://schemas.openxmlformats.org/officeDocument/2006/relationships/image" Target="/ppt/media/image.png" Id="Rc7a3a00b73a74bca" /><Relationship Type="http://schemas.openxmlformats.org/officeDocument/2006/relationships/image" Target="/ppt/media/image2.png" Id="Raca5e23dbca7484f" /><Relationship Type="http://schemas.openxmlformats.org/officeDocument/2006/relationships/notesSlide" Target="/ppt/notesSlides/notesSlide21.xml" Id="Rf3dfd270c09443e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83b9087284199" /><Relationship Type="http://schemas.openxmlformats.org/officeDocument/2006/relationships/image" Target="/ppt/media/image.png" Id="R7169c68d5a774697" /><Relationship Type="http://schemas.openxmlformats.org/officeDocument/2006/relationships/image" Target="/ppt/media/image2.png" Id="Raab10ec6000047b6" /><Relationship Type="http://schemas.openxmlformats.org/officeDocument/2006/relationships/notesSlide" Target="/ppt/notesSlides/notesSlide22.xml" Id="R2fdc182db76f407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a8839149c5467f" /><Relationship Type="http://schemas.openxmlformats.org/officeDocument/2006/relationships/image" Target="/ppt/media/image.png" Id="R4b89f005c74a4acf" /><Relationship Type="http://schemas.openxmlformats.org/officeDocument/2006/relationships/image" Target="/ppt/media/image2.png" Id="Rd5b6915348ef49cd" /><Relationship Type="http://schemas.openxmlformats.org/officeDocument/2006/relationships/notesSlide" Target="/ppt/notesSlides/notesSlide23.xml" Id="R1438bb05a9ba452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9516fee47646d8" /><Relationship Type="http://schemas.openxmlformats.org/officeDocument/2006/relationships/image" Target="/ppt/media/image.png" Id="Rc1ee5b4f5d934d47" /><Relationship Type="http://schemas.openxmlformats.org/officeDocument/2006/relationships/image" Target="/ppt/media/image2.png" Id="R74f18c542c3c482c" /><Relationship Type="http://schemas.openxmlformats.org/officeDocument/2006/relationships/notesSlide" Target="/ppt/notesSlides/notesSlide24.xml" Id="R164457215af84c8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a98abb5d44479a" /><Relationship Type="http://schemas.openxmlformats.org/officeDocument/2006/relationships/image" Target="/ppt/media/image.png" Id="Re59be6aedf6e4c94" /><Relationship Type="http://schemas.openxmlformats.org/officeDocument/2006/relationships/image" Target="/ppt/media/image2.png" Id="Rd59e8275bc1b48ae" /><Relationship Type="http://schemas.openxmlformats.org/officeDocument/2006/relationships/notesSlide" Target="/ppt/notesSlides/notesSlide25.xml" Id="R6ea8e53958b940a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dedf9ef624bf3" /><Relationship Type="http://schemas.openxmlformats.org/officeDocument/2006/relationships/image" Target="/ppt/media/image.png" Id="R6f31b2c06f2d4702" /><Relationship Type="http://schemas.openxmlformats.org/officeDocument/2006/relationships/image" Target="/ppt/media/image2.png" Id="R9ba37e8c3aa44db3" /><Relationship Type="http://schemas.openxmlformats.org/officeDocument/2006/relationships/notesSlide" Target="/ppt/notesSlides/notesSlide26.xml" Id="R3a9986eea67d48d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7e264b9014405" /><Relationship Type="http://schemas.openxmlformats.org/officeDocument/2006/relationships/image" Target="/ppt/media/image.png" Id="R849411db94ff4f24" /><Relationship Type="http://schemas.openxmlformats.org/officeDocument/2006/relationships/image" Target="/ppt/media/image2.png" Id="Ree28522584564daf" /><Relationship Type="http://schemas.openxmlformats.org/officeDocument/2006/relationships/notesSlide" Target="/ppt/notesSlides/notesSlide27.xml" Id="R8c2531abc6ca433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841eb6952452f" /><Relationship Type="http://schemas.openxmlformats.org/officeDocument/2006/relationships/image" Target="/ppt/media/image.png" Id="Ref87298c11b34e69" /><Relationship Type="http://schemas.openxmlformats.org/officeDocument/2006/relationships/image" Target="/ppt/media/image2.png" Id="Ra8b82c50cc094ece" /><Relationship Type="http://schemas.openxmlformats.org/officeDocument/2006/relationships/notesSlide" Target="/ppt/notesSlides/notesSlide28.xml" Id="R0e552e7aec5e4d1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322adcb53a4dda" /><Relationship Type="http://schemas.openxmlformats.org/officeDocument/2006/relationships/image" Target="/ppt/media/image.png" Id="Rc54ce3f497e540cb" /><Relationship Type="http://schemas.openxmlformats.org/officeDocument/2006/relationships/image" Target="/ppt/media/image2.png" Id="Red258afac9a54137" /><Relationship Type="http://schemas.openxmlformats.org/officeDocument/2006/relationships/notesSlide" Target="/ppt/notesSlides/notesSlide29.xml" Id="R4c60ed63625149e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b0c91f6ed4712" /><Relationship Type="http://schemas.openxmlformats.org/officeDocument/2006/relationships/image" Target="/ppt/media/image.png" Id="Rd9c95b8b7c1640f1" /><Relationship Type="http://schemas.openxmlformats.org/officeDocument/2006/relationships/image" Target="/ppt/media/image2.png" Id="R789551a7ff264659" /><Relationship Type="http://schemas.openxmlformats.org/officeDocument/2006/relationships/image" Target="/ppt/media/image3.png" Id="Rc6a37e6a672949a1" /><Relationship Type="http://schemas.openxmlformats.org/officeDocument/2006/relationships/image" Target="/ppt/media/image4.png" Id="R7db9421647014a65" /><Relationship Type="http://schemas.openxmlformats.org/officeDocument/2006/relationships/image" Target="/ppt/media/image6.png" Id="R6f224f74e9f9409b" /><Relationship Type="http://schemas.openxmlformats.org/officeDocument/2006/relationships/image" Target="/ppt/media/image7.png" Id="Rd431dec9226a4bcb" /><Relationship Type="http://schemas.openxmlformats.org/officeDocument/2006/relationships/image" Target="/ppt/media/image11.png" Id="R4d1670af24204475" /><Relationship Type="http://schemas.openxmlformats.org/officeDocument/2006/relationships/image" Target="/ppt/media/image9.png" Id="Rf1ee8539134143cd" /><Relationship Type="http://schemas.openxmlformats.org/officeDocument/2006/relationships/notesSlide" Target="/ppt/notesSlides/notesSlide30.xml" Id="R6db4f4d8dd0f47c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2c6d484494936" /><Relationship Type="http://schemas.openxmlformats.org/officeDocument/2006/relationships/image" Target="/ppt/media/image.png" Id="Ra0071358e99c4933" /><Relationship Type="http://schemas.openxmlformats.org/officeDocument/2006/relationships/image" Target="/ppt/media/image2.png" Id="R2203741089ad42dc" /><Relationship Type="http://schemas.openxmlformats.org/officeDocument/2006/relationships/image" Target="/ppt/media/image9.png" Id="R56e205e43c5b4127" /><Relationship Type="http://schemas.openxmlformats.org/officeDocument/2006/relationships/image" Target="/ppt/media/image12.png" Id="R11109bc61b9a4774" /><Relationship Type="http://schemas.openxmlformats.org/officeDocument/2006/relationships/image" Target="/ppt/media/image8.png" Id="Rb14e7d7784354b2c" /><Relationship Type="http://schemas.openxmlformats.org/officeDocument/2006/relationships/image" Target="/ppt/media/image13.png" Id="R63623ea221624894" /><Relationship Type="http://schemas.openxmlformats.org/officeDocument/2006/relationships/notesSlide" Target="/ppt/notesSlides/notesSlide31.xml" Id="R758e6a5bf1e4402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fcacffaa04494" /><Relationship Type="http://schemas.openxmlformats.org/officeDocument/2006/relationships/image" Target="/ppt/media/image.png" Id="Rcdff436d03db4632" /><Relationship Type="http://schemas.openxmlformats.org/officeDocument/2006/relationships/image" Target="/ppt/media/image2.png" Id="Rf30bd8d89d69431e" /><Relationship Type="http://schemas.openxmlformats.org/officeDocument/2006/relationships/image" Target="/ppt/media/image3.png" Id="R7dbdea0813994833" /><Relationship Type="http://schemas.openxmlformats.org/officeDocument/2006/relationships/image" Target="/ppt/media/image4.png" Id="R52c08df71aa449fc" /><Relationship Type="http://schemas.openxmlformats.org/officeDocument/2006/relationships/image" Target="/ppt/media/image5.png" Id="R3411ed3ca4b1444b" /><Relationship Type="http://schemas.openxmlformats.org/officeDocument/2006/relationships/image" Target="/ppt/media/image6.png" Id="Raa3947fbd2494e3c" /><Relationship Type="http://schemas.openxmlformats.org/officeDocument/2006/relationships/image" Target="/ppt/media/image7.png" Id="Rc3d03e686fff495f" /><Relationship Type="http://schemas.openxmlformats.org/officeDocument/2006/relationships/image" Target="/ppt/media/image8.png" Id="R481ca913b8f34ac1" /><Relationship Type="http://schemas.openxmlformats.org/officeDocument/2006/relationships/notesSlide" Target="/ppt/notesSlides/notesSlide32.xml" Id="Rc73c5f3e4239479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f46ca0df545c7" /><Relationship Type="http://schemas.openxmlformats.org/officeDocument/2006/relationships/image" Target="/ppt/media/image.png" Id="R1e763740c6454d7c" /><Relationship Type="http://schemas.openxmlformats.org/officeDocument/2006/relationships/image" Target="/ppt/media/image2.png" Id="R85e93429b89d4a37" /><Relationship Type="http://schemas.openxmlformats.org/officeDocument/2006/relationships/image" Target="/ppt/media/image14.png" Id="R32481682af144db2" /><Relationship Type="http://schemas.openxmlformats.org/officeDocument/2006/relationships/notesSlide" Target="/ppt/notesSlides/notesSlide33.xml" Id="R4c06a8cffa884c1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735e325fb4f2d" /><Relationship Type="http://schemas.openxmlformats.org/officeDocument/2006/relationships/image" Target="/ppt/media/image.png" Id="R512e6dda7df24eee" /><Relationship Type="http://schemas.openxmlformats.org/officeDocument/2006/relationships/image" Target="/ppt/media/image2.png" Id="R3e0a15ab224e476a" /><Relationship Type="http://schemas.openxmlformats.org/officeDocument/2006/relationships/image" Target="/ppt/media/image15.png" Id="Rcfb831e2939f4ca7" /><Relationship Type="http://schemas.openxmlformats.org/officeDocument/2006/relationships/notesSlide" Target="/ppt/notesSlides/notesSlide34.xml" Id="Rfffb033a4c654c6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631efa2544190" /><Relationship Type="http://schemas.openxmlformats.org/officeDocument/2006/relationships/image" Target="/ppt/media/image.png" Id="Re57ca603f6bf410e" /><Relationship Type="http://schemas.openxmlformats.org/officeDocument/2006/relationships/image" Target="/ppt/media/image2.png" Id="R666bc1c3b8a24c20" /><Relationship Type="http://schemas.openxmlformats.org/officeDocument/2006/relationships/image" Target="/ppt/media/image16.png" Id="R8ea1fb69d5844608" /><Relationship Type="http://schemas.openxmlformats.org/officeDocument/2006/relationships/notesSlide" Target="/ppt/notesSlides/notesSlide35.xml" Id="R94ac00f2cfe14f0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d8c01c6b24c22" /><Relationship Type="http://schemas.openxmlformats.org/officeDocument/2006/relationships/image" Target="/ppt/media/image.png" Id="Rb02f1e20dfe74868" /><Relationship Type="http://schemas.openxmlformats.org/officeDocument/2006/relationships/image" Target="/ppt/media/image2.png" Id="R0d96e0d8ae8c4010" /><Relationship Type="http://schemas.openxmlformats.org/officeDocument/2006/relationships/image" Target="/ppt/media/image17.png" Id="Re0f17ce5fe274304" /><Relationship Type="http://schemas.openxmlformats.org/officeDocument/2006/relationships/notesSlide" Target="/ppt/notesSlides/notesSlide36.xml" Id="R6d2cf8fedb0a436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0f58464864051" /><Relationship Type="http://schemas.openxmlformats.org/officeDocument/2006/relationships/image" Target="/ppt/media/image.png" Id="R250d4c8911a340bc" /><Relationship Type="http://schemas.openxmlformats.org/officeDocument/2006/relationships/image" Target="/ppt/media/image2.png" Id="R933ae5de28024bc5" /><Relationship Type="http://schemas.openxmlformats.org/officeDocument/2006/relationships/image" Target="/ppt/media/image18.png" Id="R6b9272e272364fb1" /><Relationship Type="http://schemas.openxmlformats.org/officeDocument/2006/relationships/notesSlide" Target="/ppt/notesSlides/notesSlide37.xml" Id="Rd4b9f0357f064aa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394014fd234d1f" /><Relationship Type="http://schemas.openxmlformats.org/officeDocument/2006/relationships/image" Target="/ppt/media/image.png" Id="Ra3a15dee2d344b1a" /><Relationship Type="http://schemas.openxmlformats.org/officeDocument/2006/relationships/image" Target="/ppt/media/image2.png" Id="R209aec1866e2470a" /><Relationship Type="http://schemas.openxmlformats.org/officeDocument/2006/relationships/image" Target="/ppt/media/image19.png" Id="R63f149a148af4480" /><Relationship Type="http://schemas.openxmlformats.org/officeDocument/2006/relationships/notesSlide" Target="/ppt/notesSlides/notesSlide38.xml" Id="R96dc369108254683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74077e03508421a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c8c407fdd4c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2c0169726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7E20B531-30FA-4DD9-A27B-0AADA4A7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2   |   DEMO 90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57A4E89C-DB2C-4492-99A8-4046843E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LINUX HANDS-ON</a:t>
            </a:r>
            <a:endParaRPr sz="5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289468A7-FBA3-4716-AA42-7BAA41FD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COMMAND LINE FUNDAMENTALS</a:t>
            </a:r>
            <a:endParaRPr sz="26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8AB9EE15-33C5-4D5E-A9D0-29A13DC4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Navigasi, file dan log, permission, pipe, klasifikasi HTTP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050C230C-7237-4E2A-A820-71A334A0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448CD51-1171-4911-89C7-A103BED47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2  |  LINUX FUNDAMENTALS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0E2CB83C-8B55-4BC0-8C2B-17F1EFE1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768D002-34ED-4D8A-A8FB-BA020D39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4355703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EC42046-00E5-45B9-94AC-5209095D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F4A7C64-6768-4BAB-B5B5-98ADD0A5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CF11DD0-732B-4DC5-8FCB-B2FA6EF4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a7b6d2b944a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0e4ed95874c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A126EC0-2E12-40C0-B2CA-14E862D7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412E475-BD25-4C5C-B613-642F1141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Overview Praktikum 2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33C37BD-E351-4F87-8F32-18E213A3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Teori Linux umum; latihan inti pada slide 32-36 dan modul repo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C621763-9F0F-4703-BF39-3D8B79B0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C30EAF7-CD69-4AE7-A29B-3A65F8A4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YANG AKAN DIPELAJARI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Command Line Basics</a:t>
            </a: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e7497f62546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95A65FEC-66CC-4E88-A1A9-3A8A5E12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Bash (Git Bash, WSL, Linux, macOS, Codespaces)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195502c9540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826AFEFF-82EB-4AD9-9434-E45C6860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workspace dengan setup.sh dan inspeksi file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429f605f594e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2829ADCE-D0D2-4DA9-AF91-D3DD16D2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Latih pwd, cd, ls, head, tail, grep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cfbf0e525342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FC7559F-6801-4F2E-9E90-F886041E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artefak cp, mv, touch, pipe, redirect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da47fd7f249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F2B55F8-56CF-4512-9AF7-9AE3FD21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check-status.sh dan baca izin execute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bbd6adfdd47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C0125E28-9510-431D-8724-D2FF0CA7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verify.sh sampai 0 gagal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07E2EF0-DCA5-47D3-B7F0-D24CB701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68AFAF59-D872-4EF3-B74E-B8784FDA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KONTRIBUSI KE PROYEK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6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Bukti teknik Linux</a:t>
            </a: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593BCA9A-9408-4E31-93EA-E32325A4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Path dan permission untuk source proyek</a:t>
            </a:r>
            <a:br/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Bash untuk setup dan pemeriksaan</a:t>
            </a:r>
            <a:br/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Catatan opsional; tidak ada submit Lab 02</a:t>
            </a:r>
            <a:br/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br/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06F9014D-0545-4047-B753-CEEC0D9E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D5A94DA2-D61D-49DC-8FB9-DEB2F590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Proyek 3 orang: checkpoint minggu 7, final minggu 14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1725179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AEF7BF-CAA2-4237-B4EE-408EDCDA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F120E7B-1536-446D-B03F-9BC57A9B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BED4A4B-FA0D-4428-86AB-84034B66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a19b631914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da7c7d5f548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D440010-B9B0-445B-8C5A-3CFB858F2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709028A-30A7-43BB-AF97-2EC429A2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Pra-requisite - Pilih 1 Path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C555DF3-65F5-4FD6-8D9E-DAB6A664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Pilih Bash yang tersedia; Git Bash cukup untuk lab inti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A346D0A-C2FE-492B-AB43-7D1C8E68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84D531F-872D-413E-84B5-E401952C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8D4"/>
          </a:solidFill>
          <a:ln xmlns:a="http://schemas.openxmlformats.org/drawingml/2006/main" w="12700">
            <a:solidFill>
              <a:srgbClr val="0078D4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1C6482B-2440-47FC-801C-74DC8F3A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0876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PATH A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11E14C1-1DDB-4BDB-AA77-CA62AF46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Windows</a:t>
            </a:r>
            <a:endParaRPr sz="22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A2254CAB-A27A-4514-884E-ACF7F89E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68880"/>
            <a:ext cx="3337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 Bash / WSL2</a:t>
            </a:r>
            <a:endParaRPr sz="14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91706B4-B782-494C-85F7-6CCA5EBE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34640"/>
            <a:ext cx="33375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Windows: Git Bash paling cepat; WSL2 juga didukung.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939E440-B5D5-451A-AE7A-133F9EF5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6F9D2872-820F-4520-9604-33F6EB73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0"/>
            <a:ext cx="3337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Gunakan yang sudah siap</a:t>
            </a:r>
            <a:endParaRPr sz="11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68C92F35-7A88-4A94-8083-2820EB94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Pros:</a:t>
            </a:r>
            <a:endParaRPr sz="10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B27E32F7-5D1C-4D36-BEC3-32FCA652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006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Bash siap pakai
+ File kerja lokal
+ Tidak perlu Docker</a:t>
            </a:r>
            <a:endParaRPr sz="10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5B73AB3-48FE-4101-B2F7-A00529EB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06440"/>
            <a:ext cx="3337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395F05B1-A590-454F-A7E3-06DD578C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06440"/>
            <a:ext cx="3703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SEMUA JALUR VALID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B1C736BB-088A-4698-A776-C4B70B24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D9BAB249-7CF2-423C-8B56-4A153CA7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12700">
            <a:solidFill>
              <a:srgbClr val="00000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314A105D-D46F-4EA0-B770-D4522E3E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50876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PATH B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9422D56-8D53-4893-824D-39F9CCDE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78308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macOS</a:t>
            </a:r>
            <a:endParaRPr sz="22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8E39096-EF91-4050-B1FC-4735B704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468880"/>
            <a:ext cx="3337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Terminal Native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293CB344-B80F-4B74-9BE8-9553DEFC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34640"/>
            <a:ext cx="33375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macOS BSD Unix-based - terminal sudah ada di Applications/Utilities.</a:t>
            </a:r>
            <a:endParaRPr sz="11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CF2E5A1E-AA72-4092-85CA-03C23E05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11480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39EB1C25-77B0-4AFD-A372-C423321B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114800"/>
            <a:ext cx="3337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Setup 0 menit</a:t>
            </a:r>
            <a:endParaRPr sz="11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9F6F519F-CB6D-437B-A4FF-3A400536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5720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Pros:</a:t>
            </a:r>
            <a:endParaRPr sz="10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173BABF2-B134-49B7-AD44-8D1CDD3B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8006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Sudah install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Familiar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BSD = mostly compatible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B417E90A-DD8A-4486-A629-F717EE86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806440"/>
            <a:ext cx="3337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2A2B22B5-E1EF-4165-8403-541ED2B3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806440"/>
            <a:ext cx="3703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DEFAULT - START HERE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9E32E6FB-FA58-450F-AD2A-883E00071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8B6DBD0-5C83-4B5A-BABC-A3457B87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636"/>
          </a:solidFill>
          <a:ln xmlns:a="http://schemas.openxmlformats.org/drawingml/2006/main" w="12700">
            <a:solidFill>
              <a:srgbClr val="23863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D4B808E3-E71D-4BA5-AAB4-AAD2FED3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50876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PATH C</a:t>
            </a:r>
            <a:endParaRPr sz="11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8E9F6BFF-8A7F-4330-A038-C65A7441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78308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Any OS</a:t>
            </a:r>
            <a:endParaRPr sz="22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97638119-17B0-40FD-B6FC-472D35D9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468880"/>
            <a:ext cx="3337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GitHub Codespaces</a:t>
            </a:r>
            <a:endParaRPr sz="14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CBB52450-84E1-415B-8F9F-77526DDB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34640"/>
            <a:ext cx="333756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Linux full di browser - pakai akun GitHub Anda dari Praktikum 1.</a:t>
            </a:r>
            <a:endParaRPr sz="11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D0DF9DDA-ADD3-4E8D-B2E1-EB9590E4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114800"/>
            <a:ext cx="33375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A0B12A55-9EC3-4794-9BBD-2A6C8E55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114800"/>
            <a:ext cx="3337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Setup 2 menit</a:t>
            </a:r>
            <a:endParaRPr sz="11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A3F6B319-8881-42D7-A06E-860FF170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3337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Pros:</a:t>
            </a:r>
            <a:endParaRPr sz="10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793CA306-A6F6-4254-A334-A86165DF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8006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+ Browser Linux  | + Akses repo GitHub  | + Alternatif jika lokal macet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411130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5D6300-7E39-4229-AF91-2562277F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729BF02-E171-43B8-8027-C8CCE8F3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24CF315-DB96-4C29-B040-D8B90284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B77C01-5389-4C67-BDF9-CDAACAA7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BBE5C66-7F28-403E-9D34-AF4A6242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EADD506-2D0B-4441-B8AE-584CFF4E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563C935-F2A4-4CB9-81FE-BBBABD6A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03819cbd2040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97881a9f804d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A0CC503-1D9B-4FF8-B32D-49F93AD1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01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BEED79E-62D4-4911-BA7C-2AA0C8E1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Setup Linux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Environment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C450A68-3C8D-4CCE-B137-9608850E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76C5073D-F0F8-44D8-A421-20A4833F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Pilih path Anda + ikuti setup sebelum 15 menit pertama habis.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3027697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A17866E-1D77-44B7-803E-CA41D0B7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C5E00B3-9999-47CA-8CD5-A1156B8C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2CEA0D6-7776-4FF8-A9F7-1EEF0860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8377fffd94e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9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83b40017241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E45E10D-B36A-4E0F-8F80-06CAA752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62A1F91-3B08-48EA-A1A2-54A0A1D4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Path A - WSL2 Install (Windows 10/11)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6700C28-4BB9-4964-8A19-A4681659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Sekali install, dipakai selamanya. Butuh ~15 menit.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E87DBA0-E7ED-40E5-A489-6CC8C7EC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09F163F-4AF7-408A-9062-0A5784B9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5386DE1-E7E4-44DA-A83B-CEEFDFA4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46EF2DE-0038-4C65-AA53-2086AE46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0060233F-BEB9-4FE2-B47E-2087C1A0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3A29E10-4159-4414-9ACF-BF3EA76B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 - run as Administrator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4EF48E0-FF3F-45E7-9B62-BF639652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Klik Start -&gt; ketik 'PowerShell'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   Klik kanan -&gt; 'Run as administrator'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Install WSL + Ubuntu (default):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PS&gt;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wsl --install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Installing: Virtual Machine Platform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Installing: Windows Subsystem for Linux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Installing: Ubuntu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The requested operation is successful.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Changes will not be effective until reboot.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REBOOT laptop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PS&gt;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Restart-Computer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Setelah reboot - Ubuntu auto-launch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   Pertama kali butuh ~2 menit setup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5. Isi user + password Linux: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Enter new UNIX username: 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budi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New password: 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********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Welcome to Ubuntu 24.04 LTS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budi@laptop:~$ _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6D48E9C-147B-42BB-9D1D-87FA916E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F69E92A6-8032-486C-AD90-5320D137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Verifikasi Berhasil</a:t>
            </a:r>
            <a:endParaRPr sz="1400"/>
          </a:p>
        </p:txBody>
      </p:sp>
      <p:pic>
        <p:nvPicPr>
          <p:cNvPr id="6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2b0a17ba9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1488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D2D15E85-3817-48BE-9D39-BBC48972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756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Terminal Ubuntu terbuka</a:t>
            </a:r>
            <a:endParaRPr sz="1100"/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C6FED56C-B126-4C9A-B787-96D45EF8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500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Prompt: user@hostname:~$</a:t>
            </a:r>
            <a:endParaRPr sz="950"/>
          </a:p>
        </p:txBody>
      </p:sp>
      <p:pic>
        <p:nvPicPr>
          <p:cNvPr id="65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2b0a17ba9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7889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19D7FAC8-59F3-46A9-A84F-8A55D6F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1576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Cek versi Ubuntu</a:t>
            </a:r>
            <a:endParaRPr sz="1100"/>
          </a:p>
        </p:txBody>
      </p:sp>
      <p:sp>
        <p:nvSpPr>
          <p:cNvPr id="24" name="Text 18">
            <a:extLst xmlns:a="http://schemas.openxmlformats.org/drawingml/2006/main">
              <a:ext uri="{FF2B5EF4-FFF2-40B4-BE49-F238E27FC236}">
                <a16:creationId xmlns:a16="http://schemas.microsoft.com/office/drawing/2014/main" id="{C725B0B1-61A8-4D0F-B17B-BE2991CA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9008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$ lsb_release -a</a:t>
            </a:r>
            <a:endParaRPr sz="950"/>
          </a:p>
        </p:txBody>
      </p:sp>
      <p:pic>
        <p:nvPicPr>
          <p:cNvPr id="68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2b0a17ba9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42900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547CFC81-15B3-44A4-8627-67677AFD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5584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Cek versi WSL</a:t>
            </a:r>
            <a:endParaRPr sz="1100"/>
          </a:p>
        </p:txBody>
      </p:sp>
      <p:sp>
        <p:nvSpPr>
          <p:cNvPr id="27" name="Text 20">
            <a:extLst xmlns:a="http://schemas.openxmlformats.org/drawingml/2006/main">
              <a:ext uri="{FF2B5EF4-FFF2-40B4-BE49-F238E27FC236}">
                <a16:creationId xmlns:a16="http://schemas.microsoft.com/office/drawing/2014/main" id="{303AD6C4-62DB-45FF-B63A-E23D44E9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3016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PS&gt; wsl --version</a:t>
            </a:r>
            <a:endParaRPr sz="950"/>
          </a:p>
        </p:txBody>
      </p:sp>
      <p:pic>
        <p:nvPicPr>
          <p:cNvPr id="71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2b0a17ba9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0690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9" name="Text 21">
            <a:extLst xmlns:a="http://schemas.openxmlformats.org/drawingml/2006/main">
              <a:ext uri="{FF2B5EF4-FFF2-40B4-BE49-F238E27FC236}">
                <a16:creationId xmlns:a16="http://schemas.microsoft.com/office/drawing/2014/main" id="{B399F2B8-4183-4B00-A495-7324F622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9592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Update package list</a:t>
            </a:r>
            <a:endParaRPr sz="1100"/>
          </a:p>
        </p:txBody>
      </p:sp>
      <p:sp>
        <p:nvSpPr>
          <p:cNvPr id="30" name="Text 22">
            <a:extLst xmlns:a="http://schemas.openxmlformats.org/drawingml/2006/main">
              <a:ext uri="{FF2B5EF4-FFF2-40B4-BE49-F238E27FC236}">
                <a16:creationId xmlns:a16="http://schemas.microsoft.com/office/drawing/2014/main" id="{1169C81B-D621-48AB-AA70-274DD005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7024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$ sudo apt update</a:t>
            </a:r>
            <a:endParaRPr sz="950"/>
          </a:p>
        </p:txBody>
      </p:sp>
      <p:pic>
        <p:nvPicPr>
          <p:cNvPr id="74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268f2ddcc48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470916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5CE6FFD8-BF1B-4694-8CF2-4E84A1DD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3600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Kalau 'WSL2 requires Hyper-V'</a:t>
            </a:r>
            <a:endParaRPr sz="1100"/>
          </a:p>
        </p:txBody>
      </p:sp>
      <p:sp>
        <p:nvSpPr>
          <p:cNvPr id="33" name="Text 24">
            <a:extLst xmlns:a="http://schemas.openxmlformats.org/drawingml/2006/main">
              <a:ext uri="{FF2B5EF4-FFF2-40B4-BE49-F238E27FC236}">
                <a16:creationId xmlns:a16="http://schemas.microsoft.com/office/drawing/2014/main" id="{61A34779-FD9E-4A88-A62D-98A8778C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91032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BIOS -&gt; enable virtualization (VT-x)</a:t>
            </a:r>
            <a:endParaRPr sz="950"/>
          </a:p>
        </p:txBody>
      </p:sp>
      <p:pic>
        <p:nvPicPr>
          <p:cNvPr id="7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268f2ddcc48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534924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35" name="Text 25">
            <a:extLst xmlns:a="http://schemas.openxmlformats.org/drawingml/2006/main">
              <a:ext uri="{FF2B5EF4-FFF2-40B4-BE49-F238E27FC236}">
                <a16:creationId xmlns:a16="http://schemas.microsoft.com/office/drawing/2014/main" id="{EBEE12A7-06F5-488D-8417-10BBA532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76088"/>
            <a:ext cx="4663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Kalau bingung, panggil dosen</a:t>
            </a:r>
            <a:endParaRPr sz="1100"/>
          </a:p>
        </p:txBody>
      </p:sp>
      <p:sp>
        <p:nvSpPr>
          <p:cNvPr id="36" name="Text 26">
            <a:extLst xmlns:a="http://schemas.openxmlformats.org/drawingml/2006/main">
              <a:ext uri="{FF2B5EF4-FFF2-40B4-BE49-F238E27FC236}">
                <a16:creationId xmlns:a16="http://schemas.microsoft.com/office/drawing/2014/main" id="{911BF094-1EB2-4DAA-9699-19E765F7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550408"/>
            <a:ext cx="46634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i="1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Hubungi dosen atau kanal LMS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5005880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DFBA606-19F2-40F6-AB86-8FA780DF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6391B70-3B13-4B84-8549-624BF1AD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67ADDDA-F702-40F2-8C3C-96626684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a5d7ad365a4f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c871a230e4a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90AE104-B8BC-4C7A-B802-41192131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30B724E-F27F-4B0C-A889-15D5AAA1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Path B - macOS / Path C - GitHub Codespaces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1A00C03-3B0B-4AFD-955E-DEC5E9A8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macOS sudah punya terminal; Codespaces dapat dipakai dari repo pribadi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C59E532-767A-4792-8D29-69ADA683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D34625B-656D-4F13-988B-85E79FEC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2EE2096-35C8-4C0D-8217-83F70AB8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71DE8F2-C4C9-48AD-BF27-96786099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8856B53-0736-4A63-9AB1-7682B052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BC7B746-C15D-4475-B27C-FA3B1D0D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Path B - macOS Terminal (Mac users)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0D2939C-2836-42AA-8F0E-79BC4119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3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Cmd + Space &gt; Terminal
#    Atau Applications &gt; Utilities &gt; Terminal
# 2. Periksa shell dan Bash
echo $SHELL
bash --version
# 3. Clone repo pribadi Lab 02
git clone https://github.com/USERNAME/NAMA-REPO.git
cd NAMA-REPO
# 4. Buat data latihan
bash scripts/setup.sh
bash scripts/inspect.sh
# Utilitas bawaan macOS cukup untuk tugas inti.</a:t>
            </a:r>
            <a:endParaRPr sz="13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0F7B9C3-A8ED-41B9-A562-2CAB9F76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E873AD23-65BB-4504-BC8B-8F641CD0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A4CBC5CA-D617-411C-8EED-E68F8DB9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250EA45F-5592-49BE-86AF-D48CC545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79C1DA0-5E7A-4AA2-A258-08D90E75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618F99D-7591-48FC-B7EA-DBE14A0B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Path C - GitHub Codespaces (Backup)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E53945F-0F31-43ED-8064-9C7A8E38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3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1. Buka repo pribadi meet2CloudService di GitHub.
# 2. Buka Codespace untuk repo itu dari menu Code.
# 3. Di VS Code browser, buka Terminal &gt; New Terminal.
# 4. Pastikan pwd menunjuk root repo Lab 02.
# 5. Jalankan bash scripts/setup.sh dan inspect.sh.
# 6. Simpan hasil dengan git commit/push.
Kuota dan batas waktu Codespaces mengikuti akun Anda.
Hentikan Codespace setelah kelas bila tidak dipakai.</a:t>
            </a:r>
            <a:endParaRPr sz="13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0794199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8AC1C44-8A53-41C1-942E-1D624A5E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95BA0E0-6BD5-440D-99BE-357293E2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A82515A-ABC3-431E-88A1-CADC9095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02218DC-F07C-4814-BF0F-A97CE5B1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C7BAD9F-8656-41DF-A32E-2E9DC568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2ACEAC1-7E4F-451A-B578-F0502124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2649342-3A2F-43F0-AD07-9DC6F52E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a3aebe3d142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aa580deef42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9AD3267-B1A1-4F76-ACE4-8CA5AA3F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02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E8A5B818-2532-48F0-BAA0-C4D3E099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Navigation &amp;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 Ops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DF6F04F-C692-4D32-996F-BBF85571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92C6013-850F-4130-BC6E-1A1C7E28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Pengayaan konsep Linux; tugas inti dan bukti ada di slide 32-36.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8456184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0BEE226-0BA5-4BD7-B75F-F5F69023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5BA3F57-499F-4667-8EF2-984764EB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27828A5-AF32-4555-AADD-0279C779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2a22325e547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578d5e728545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4458D02-C9AC-4332-A615-B6F93274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EA8162E-B049-420B-9B37-F845CF98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1 - Navigation (10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63545BB-6435-4C54-9EE0-A2971D25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pwd, ls, cd - command yang paling sering dipakai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9BDA8AA-5E9E-4AC1-B3E4-70327C29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29FFEEA-1236-4F27-8A3F-6252AE1F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05656B8-5F93-4DC6-B2DE-541E7151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709E15F-68D6-42DE-BF01-33402A65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69BAAA7-C591-4361-AFA5-2180F389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39F03C9-E841-4026-88E9-063A7AAD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Ketik command satu per satu, observe output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5F47DC2-6482-49B4-BA8A-39ED753A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Cek lokasi sekarang (Print Working Directory)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pwd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/home/budi  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&lt;- ini home directory Anda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Lihat isi folder current (List)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Desktop  Documents  Downloads  Music  Pictures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ls dengan detail (long format) + hidden file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 -la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drwxr-xr-x  5 budi budi  4096 May 16 10:00 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drwxr-xr-x 22 root root  4096 May 16 09:50 ..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-rw-r--r--  1 budi budi   220 May 16 09:50 .bashrc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-rw-r--r--  1 budi budi   807 May 16 09:50 .profile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Pindah ke folder (Change Directory)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Documents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pwd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/home/budi/Documents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5. Shortcut yang sering dipakai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..</a:t>
            </a: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&lt;- naik 1 level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~</a:t>
            </a: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&lt;- balik ke home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-</a:t>
            </a: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&lt;- balik ke folder sebelumnya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/</a:t>
            </a: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&lt;- ke root filesystem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461221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66F0D23-20CA-45AE-8CB1-99445C4D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60FAC0C-1542-49DB-A640-54334B07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75D810F-B145-484D-902B-566A5BFE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532665a91a4c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d3a78704643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E79E24E-9E48-492D-BF90-07EF6C28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F7F682F-D335-4558-B74F-1B0113BD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2 - Create &amp; Manipulasi File (10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D8B60C3-B3CF-4D7D-8077-32F4437B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mkdir, touch, cat, echo, cp, mv, rm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91FD948-5222-47CB-916B-E75ACB20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195A4EAA-F33C-4B8D-91AF-16D8948F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80C1848-1D39-468A-AC47-E18D8D57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1AA0B68-54E3-4BAC-94D3-1DBF6794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ABB0D29-1AAB-43CF-940A-66DBC701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DF993D3-5C44-49F8-9F87-7C1F1E83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Bagian A - Create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8BD8164-C362-49AD-87C3-3DBB7874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Pastikan di home dulu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~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Buat folder baru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mkdir prak2-linux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prak2-linux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Buat file kosong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touch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Isi file dengan echo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echo "Hello Linux!" &gt;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Append (tambah baris) - pakai &gt;&gt;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echo "Praktikum 2" &gt;&gt;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echo "Nama: [Anda]" &gt;&gt;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5. Lihat isi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cat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Hello Linux!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Praktikum 2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Nama: [Anda]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051D0E3-955E-40DB-8EF6-785B772C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BA9A26A9-2481-4E35-957C-9603B882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CA960270-5D67-411C-A889-C2744F1A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BF86255-18C5-4865-BA1E-E9000DFE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48B5FC7-E144-4FCB-8FF4-E84B4019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1465F52-F55B-4D2D-AEC7-A9817F2F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Bagian B - Copy, Move, Delete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E04A0DDD-C692-44C5-95D6-EC3A6946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Copy file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cp notes.txt notes-backup.txt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notes-backup.txt 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Rename / Move file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mv notes-backup.txt backup.txt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backup.txt 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Buat subfolder + pindahkan file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mkdir arsip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mv backup.txt arsip/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 arsip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backup.txt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Hapus file - HATI-HATI no undo!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rm arsip/backup.txt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5. Hapus folder (kosong)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rmdir arsip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Hapus folder + isinya: rm -r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# JANGAN PERNAH: rm -rf /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6711202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46ADDD3-E4B9-4A4F-9FAC-CC911764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EBE01E4-D5E7-4F8F-9CFB-B0B0C6B3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DE269B1-8662-4B00-9278-D1EB1880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69fbcb38745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95e49be7648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7BCD4D0-C3C5-4F21-A712-734AB7E3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49DD32B-5DFB-4E0E-BA64-FBB9E901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3 - Baca File (8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EAB7573-919E-46A0-9981-7D768AA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docs/ dan logs/ dari repo; tidak perlu unduh data eksternal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50ED8D4-8B27-4E9C-BC34-4B579B49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EFCEE81-DAB5-4CA4-B33F-4CB97C0A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483B234-6FD4-4A66-95A7-165F1D5C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2E171E2-F356-4A2F-99FA-1B1A2ABB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4706C4A-9600-4F1F-B013-3C590816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9DBC4F1-C2DD-4AF8-BE80-C03848ED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Data latihan dibuat oleh scripts/setup.sh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AEB1CAC-DBFF-4402-9913-46A01F96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3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Dari root repo pribadi Lab 02
bash scripts/setup.sh
cd workspace
# 1. Baca file kecil
cat docs/readme.txt
# 2. Awal CSV dan akhir log
head -n 2 docs/requests.csv
tail -n 2 logs/app.log
# 3. Pembaca bertahap (tekan q untuk keluar)
less logs/app.log
# 4. Pilih baris error
grep 'ERROR' logs/app.log
# Path relatif dihitung dari workspace/</a:t>
            </a:r>
            <a:endParaRPr sz="13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5379360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E9BBE81-A33B-4448-88D5-AB997980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5573B6-9C97-42E6-9F94-78161EBC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40C8B7D-23C8-4088-8AA1-0FAE8F46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bccf92b6c4b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3fb2789f3648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2B9F2DB-4A23-4123-8A5A-BEA9994A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16FD323-E170-4EAE-943F-43EA4D5E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4 - Edit File dengan nano (5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CA887B9-FD38-4C79-948F-0E801C1A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nano = editor termudah. vim untuk yang sudah comfortable.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1A945DA-05A3-4183-9AA7-55DFF115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54CD28C-9E6C-4BDA-BF09-70D69114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EC6D798-59C8-46C0-AC52-2860325E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823A351-4260-4535-98F8-F962D75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CECD06F-BA8C-4D03-A06C-600C8E51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AE26D34-6ECA-42F4-B57D-A3DF29C8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nano - editor terminal beginner-friendly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03CAC8B-700F-4FFD-90A8-043960ED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Buka file dengan nano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nano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Layar editor terbuka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+-----------------------------+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 GNU nano 7.2     notes.txt  |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                             |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 Hello Linux!                |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 Praktikum 2                 |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 Nama: [Anda]                |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                             |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 ^G Help  ^X Exit  ^O Save   |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+-----------------------------+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Edit text seperti biasa (arrow keys)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Tambah baris: NIM: [Anda]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Shortcut PENTING: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Ctrl+O = save file (write Out)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Ctrl+X = exit nano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Ctrl+K = cut line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Ctrl+W = search (Where)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Ctrl+G = help screen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Symbol ^ di nano = Ctrl key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6B82B27A-DFE8-41DD-9D1D-9AC84D7D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C6F8F6BC-404B-45F2-9372-816D4BAB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Bonus - vim Quick Survival</a:t>
            </a:r>
            <a:endParaRPr sz="14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C159CBF-7979-409B-884A-EC24ABFF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024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vim lebih powerful tapi steep learning curve - basic survival kit:</a:t>
            </a:r>
            <a:endParaRPr sz="10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2E5E1139-347C-42C4-A731-CA663BCB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688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E004418-1596-4676-BEB8-04B66AFD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6888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vim file.txt</a:t>
            </a:r>
            <a:endParaRPr sz="11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E8E334B-426F-44F3-BAB1-14ACD877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68880"/>
            <a:ext cx="3246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file dengan vim</a:t>
            </a:r>
            <a:endParaRPr sz="10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AADE1B8-6DAB-4ACF-8AB3-372079A6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260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BC8F74DB-75CD-4C2D-92A3-9F202EEA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92608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i</a:t>
            </a:r>
            <a:endParaRPr sz="11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FA569437-931D-4FF4-A873-448F099A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26080"/>
            <a:ext cx="3246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Masuk INSERT mode (bisa ketik)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0D0D676B-3F4E-41AC-9074-01BFC4A0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832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9CFE8440-83BF-4BA5-AAAA-E06727AA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38328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Esc</a:t>
            </a:r>
            <a:endParaRPr sz="11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460A414E-774E-461A-ABF0-3321FA9E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83280"/>
            <a:ext cx="3246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Kembali ke NORMAL mode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F2CF5B12-1FAB-4041-BF85-E3BC7A21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04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C7CF93F-5B52-42E2-B8E7-02EC712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:w</a:t>
            </a:r>
            <a:endParaRPr sz="11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06208018-9EB6-433B-B8BD-71ADD378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40480"/>
            <a:ext cx="3246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Save file</a:t>
            </a:r>
            <a:endParaRPr sz="10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FC541C40-DCE5-42EF-AA51-957A00C3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976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1BEF4AF-5CD2-45A1-9A6B-D8882ECA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29768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:q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70FC004C-1DB1-4878-8851-619D73C8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97680"/>
            <a:ext cx="3246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Quit (kalau ada perubahan: q!)</a:t>
            </a:r>
            <a:endParaRPr sz="10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44902F80-DAB5-47B3-82BE-C26AECF6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548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3DF59D7C-9363-467A-BFB1-8DD9972B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5488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:wq</a:t>
            </a:r>
            <a:endParaRPr sz="11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D0500968-7042-4070-B1C2-F8653A11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54880"/>
            <a:ext cx="3246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Save &amp; quit sekaligus</a:t>
            </a:r>
            <a:endParaRPr sz="10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6344ED7E-9E6B-464B-9A10-7F5BDC9E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120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FAB02E7F-51AE-4630-8171-575745AB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21208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/text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21F87FCF-D498-4EE3-A866-7EA3A615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212080"/>
            <a:ext cx="3246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Search 'text'</a:t>
            </a:r>
            <a:endParaRPr sz="1000"/>
          </a:p>
        </p:txBody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5AF07C80-6939-4AFE-89CC-3267BE59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669280"/>
            <a:ext cx="512064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5D8F6DA3-9CB2-4A7C-9B09-EE43E498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669280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dd</a:t>
            </a:r>
            <a:endParaRPr sz="11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F4AC4166-31D7-44AC-991B-06AFC540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669280"/>
            <a:ext cx="3246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Delete 1 line di NORMAL mode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41277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00980B5-57DF-4298-AA15-EAC37BEE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94CE728-712E-40C8-9266-DA166A34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FD805C-99EA-4A1C-BF19-06CA1B02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7C40BAF-BA7D-4F55-8A96-0D5FD50E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145DF40-D835-4B08-83FD-C289B594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AAAE908-879A-4096-A661-DAFCC3A5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F2DA982-F87F-43CC-99A8-5A7BCC58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def7a6c94140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55ce19f19342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EBE40C1-9C7B-4F8E-A286-35881C37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03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39C442CB-6AD5-4579-BDCD-96E3B070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Permissions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Ownership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121A02D-1ACA-4975-AF11-BC0A0880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737C266A-1B72-44DA-B39B-733DAAE4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Kontrol siapa bisa read/write/execute file - foundation security Linux.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362021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E8FEE0E-25CC-4446-95EF-C5D15E3F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C7BDA41-AA32-4D0D-9D0B-C6164867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C7133C0-1FF7-487F-BA67-21AC6A89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26a7f56641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d2a4ba0b0841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714F1F4-22D1-4D78-8610-348B8A7A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13BBD4F-EEBA-4C61-A688-327FC54A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5 - Anatomi 'ls -l' Output (5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DB75741-CAD4-4475-BB80-87818D28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Setiap karakter di kolom permission punya arti spesifik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24FDD38-137F-49A1-AE7D-242002C9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2C694CE-7189-498C-AE64-B024D086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76B5A6C-D600-40C7-B13B-9F01D2C5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1B4DB86-A128-4945-B61B-A7038E15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BCDE593-A21F-4FE9-A9A9-12D79422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9C5DC95-A0C7-4BE5-BE65-779A5AE4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ls -l output - dari command sebelumnya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9475BE4-C879-4BA8-865D-33F2D6AB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 -l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-rw-r--r--  1  budi  budi  47  May 16 10:00 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|||||||||||   |    |     |    |       |          |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|||||||||||   |    |     |    |       |          file name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|||||||||||   |    |     |    |       last modified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|||||||||||   |    |     |    size (bytes)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|||||||||||   |    |     group owner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|||||||||||   |    user owner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|||||||||||   number of hard links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+--+--+--+--- permissions (10 char)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3E3A36EA-C18E-48F3-BBD1-6327888B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2651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12051857-2E97-4498-8B22-1420B4F8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Breakdown 10 Karakter Permission</a:t>
            </a:r>
            <a:endParaRPr sz="13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203D571F-598F-4274-9983-865F83CE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399CAFE2-B41B-4448-802C-B3398EE3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60520"/>
            <a:ext cx="137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366B9192-EC0A-4BF3-8E37-FD36EAC5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Pos 1</a:t>
            </a:r>
            <a:endParaRPr sz="10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79FCAFF1-B35F-4E72-B0DF-FC92CEF4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16052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Tipe</a:t>
            </a:r>
            <a:endParaRPr sz="11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275C9F96-10C9-4BCD-9AFE-8E396588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206240"/>
            <a:ext cx="9144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0399EE8-2F5E-4A2D-8EEA-CEB6506F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20624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-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87994300-9848-4F6F-9355-35F7E440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160520"/>
            <a:ext cx="5852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- = file, d = directory, l = symlink</a:t>
            </a:r>
            <a:endParaRPr sz="10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C2FA1B9A-055C-4CBF-9DEB-1E791963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6344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1CFFAA71-E3B0-4D76-BD32-4CF2D65B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663440"/>
            <a:ext cx="137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EC5BA082-A17B-45FF-887A-47FCBAB8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66344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Pos 2-4</a:t>
            </a:r>
            <a:endParaRPr sz="10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9BC4301E-30FE-4A6E-B9D6-139513E9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466344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Owner (User)</a:t>
            </a:r>
            <a:endParaRPr sz="1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A2ED2A0A-2D64-4B55-9A12-50F86AE8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709160"/>
            <a:ext cx="9144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C83D6F7A-F24C-494D-81FB-D4159241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70916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rw-</a:t>
            </a:r>
            <a:endParaRPr sz="12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78F22F-58A2-4F7D-A440-8965EC9C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663440"/>
            <a:ext cx="5852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r=read, w=write, x=execute (- = no permission)</a:t>
            </a:r>
            <a:endParaRPr sz="1000"/>
          </a:p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26AB579E-69F9-49AD-871B-380E93AE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6636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B06C842F-A7F0-4875-890D-085F5C9E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66360"/>
            <a:ext cx="137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41FFCEDD-6EAA-4D45-81E5-58206AC9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6636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Pos 5-7</a:t>
            </a:r>
            <a:endParaRPr sz="10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E7DB3E36-8FA7-48BF-87C0-1F919246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16636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Group</a:t>
            </a:r>
            <a:endParaRPr sz="11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8434598C-9B0B-4079-970C-7455E6AD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5212080"/>
            <a:ext cx="9144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67A345E7-6F2B-4396-917B-49EA095D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521208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r--</a:t>
            </a:r>
            <a:endParaRPr sz="12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828680B6-2985-4337-B01D-85969A22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5166360"/>
            <a:ext cx="5852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Permission untuk anggota group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0F0FE0C3-5009-4DEF-B378-51477566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0"/>
            <a:ext cx="10972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352AC420-DA35-4A0E-BA57-A43FE14A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69280"/>
            <a:ext cx="1371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33452D51-E1DB-426B-AA53-208D104F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6928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Pos 8-10</a:t>
            </a:r>
            <a:endParaRPr sz="10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F3D5C40D-9125-4CEE-B918-2FE0339E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6692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Others (everyone)</a:t>
            </a:r>
            <a:endParaRPr sz="11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C09B4523-51B2-4537-B5C3-4518CF27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5715000"/>
            <a:ext cx="9144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1E293B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B8E7C635-47AB-4541-96DA-04A098A5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5715000"/>
            <a:ext cx="914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r--</a:t>
            </a:r>
            <a:endParaRPr sz="120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FE8B43F9-1D31-46FE-A985-E9AF27DF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5669280"/>
            <a:ext cx="5852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Permission untuk semua user lain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60031171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3734BD2-B925-43E5-9162-893E5710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4D51725-E0A3-4303-86FB-A68632CD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42E92E9-A81B-4491-8404-8A800F8C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2f561d9e848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ac38f8b18d42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22A1E3A-5FCF-4243-BF00-2D1AA77A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4152B4E-B433-4D60-A209-14733460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6 - chmod &amp; chown (10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B9AEAF8-2A01-4C76-B1A1-5F718699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Ubah permission + ownership file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8F71740-DBC2-4D81-BFF8-55FCA093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0C65BF6-DACD-43A8-8238-E8553F5C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C1417FB8-D46C-4704-B73A-3CDAB021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AEBC1B5-79B4-4202-84E9-A71F2BDA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29101AD-FEEB-48ED-95ED-B2F8C247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B7598B3-1993-4588-AFD6-E4B2B97D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chmod - dua cara: symbolic atau octal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82D3E37-F9B7-49C5-BA2C-494516AD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Cek permission awal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 -l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-rw-r--r-- 1 budi budi 47 ...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CARA 1: Symbolic (mudah dibaca)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 u+x notes.txt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User: tambah execute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 g-r notes.txt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Group: hapus read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 o=rw notes.txt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Others: set jadi rw saja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CARA 2: Octal (lebih cepat ketik)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 644 notes.txt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rw-r--r-- (default file)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 755 script.sh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rwxr-xr-x (default script)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 700 secret.txt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rwx------ (private)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 777 public/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rwxrwxrwx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  # HINDARI 777 - terlalu open!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8C0C1C4-BB01-46DC-8E9E-C6BA4F25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01458811-93F4-4403-B40F-58DECD17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5448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Octal Permission Cheat</a:t>
            </a:r>
            <a:endParaRPr sz="14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5B6F0D07-EC16-4737-AC8B-9F449B7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02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Setiap digit = rwx jadi binary 4+2+1:</a:t>
            </a:r>
            <a:endParaRPr sz="110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C5F139B-22D0-467C-9567-33975E33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2316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21B4F63-754B-4DA2-9603-5EEA4828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42316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7</a:t>
            </a:r>
            <a:endParaRPr sz="14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546D946-07C9-49D7-94D2-3F2B505A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42316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111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13CD2057-FD19-4453-92E2-1455D501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42316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rwx</a:t>
            </a:r>
            <a:endParaRPr sz="11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0BD62D10-BF40-4BA9-B060-454C3E82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42316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Full access</a:t>
            </a:r>
            <a:endParaRPr sz="10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D7AAD02F-4EA2-453D-B201-F04180DD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3464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94C78309-3EB8-4DFD-BECB-A7DAA97F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83464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6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63C7561F-D79E-4159-8699-D7FE9C66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83464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110</a:t>
            </a:r>
            <a:endParaRPr sz="10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2E42875A-45BA-48FB-978C-B51ED989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83464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rw-</a:t>
            </a:r>
            <a:endParaRPr sz="11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98C0A823-DB8C-4933-886F-FCEDDACE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83464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Read + write (default file)</a:t>
            </a:r>
            <a:endParaRPr sz="10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9A98B82A-68E5-4F23-96AC-63A60C27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4612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D490DF20-E50D-42AA-B661-9BDF3C23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24612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5</a:t>
            </a:r>
            <a:endParaRPr sz="14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E0569E65-4253-465C-8787-B70B8A96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24612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101</a:t>
            </a:r>
            <a:endParaRPr sz="10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F81BF054-91C9-499F-A4C1-B5322FA9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24612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r-x</a:t>
            </a:r>
            <a:endParaRPr sz="11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F1407A05-23AE-4CD0-BD99-BF268B33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24612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Read + execute</a:t>
            </a:r>
            <a:endParaRPr sz="1000"/>
          </a:p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C08E91B0-FA07-438F-A531-338F6E3B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5760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BA94D6DA-7454-4453-8A3C-5184D6DB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65760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4</a:t>
            </a:r>
            <a:endParaRPr sz="14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3285719-E45F-459E-A9D9-A3B544D2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365760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100</a:t>
            </a:r>
            <a:endParaRPr sz="10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EEA47707-E9AC-4F7D-84B0-9647D309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65760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r--</a:t>
            </a:r>
            <a:endParaRPr sz="11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F4E6B6D5-1BD5-4375-A885-6C500B71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5760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Read only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248868C5-5C19-47AD-AA8E-0C3A9F1B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5120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6D7C1ECC-FAAE-4C1B-A8F8-DBAFF900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069080"/>
            <a:ext cx="457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0</a:t>
            </a:r>
            <a:endParaRPr sz="14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C6E85FAA-7254-457B-B63C-0061B10A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406908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000</a:t>
            </a:r>
            <a:endParaRPr sz="10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BB5B724F-0EAC-487B-86DB-44E4F362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069080"/>
            <a:ext cx="822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onsolas"/>
                <a:ea typeface="Consolas"/>
                <a:cs typeface="Consolas"/>
              </a:rPr>
              <a:t>---</a:t>
            </a:r>
            <a:endParaRPr sz="11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262901B2-1B8A-4230-8B18-4383FBCA6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4069080"/>
            <a:ext cx="2697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No access</a:t>
            </a:r>
            <a:endParaRPr sz="1000"/>
          </a:p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E1805258-9D7A-4457-8A97-C2A9D226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72000"/>
            <a:ext cx="5120640" cy="1554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96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c92d8709140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37960" y="470916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56C7588-1128-4674-BDFA-7AB21A21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66344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chown - ganti owner (perlu sudo)</a:t>
            </a:r>
            <a:endParaRPr sz="120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A47B2E55-6ED0-495C-8D30-75F609C3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074920"/>
            <a:ext cx="48463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$ sudo chown user:group file.txt</a:t>
            </a:r>
            <a:endParaRPr sz="1000"/>
          </a:p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$ sudo chown -R budi:budi folder/   # -R = rekursif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0630403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7AC36F5-75EB-45E3-BE74-866639BA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33DEA1A-16C8-4AF6-9BC6-158874CD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E8D5915-456D-479F-8A92-6D0886A8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7CFB3E8-3653-416A-8A19-95CA8B1D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4756FD1-0145-483D-84B2-24BEF185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82AD7E7-2307-48E8-91D5-0769406B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BDD68C6E-7D1D-4538-A7E8-52884348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d12f9911574d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9de596742743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495CB2D-9D79-42DC-88D8-362E813F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04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4672181-2957-4899-BD6F-B59007E0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Process &amp;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System Info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FAC79D4-9E0A-486F-886A-9FA9DF4D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5D8BC4D-5BE6-43B1-B71B-3DB0BB57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Lihat apa yang jalan + resource laptop sedang dipakai.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5930128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E9CABA2-CE89-45C3-8C2E-48164985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118333F-DA1F-4211-94B4-ADFC3BE4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1484E30-1B92-4FF2-ACBE-539C6BE8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0324010e45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f33770c3f145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5FFDAAF-653F-4B34-ADC3-546AB358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B310D68-754F-435E-AFAD-1FF39CFA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7 - Process Management (8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93C1391-154B-4C76-8A4A-30CB98FF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ps, top, kill - lihat program jalan + stop yang nyangkut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1F69CD6-4257-40CB-9BBA-5BD6B6D7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98F04C0-281B-4607-8568-7F336929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4222F40-869F-44B5-8079-8B9AF985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643665A-0FAC-4867-A5DE-BB9E6F29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79FEFD2-9C06-41E5-9DF9-7690879C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3585AE95-7A2E-4B6D-B5CF-CBE9B702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ps - process snapshot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E15E8DB-ED3A-41E0-A394-93AC218F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Lihat process Anda (user current)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PID TTY      TIME CMD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1234 pts/0    00:00:00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5678 pts/0    00:00:00 ps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Semua process di sistem (BSD style)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ps aux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USER  PID  %CPU  %MEM  COMMAND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root  1    0.0   0.1   /sbin/init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budi  1234 0.5   2.1   bash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...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Filter pakai grep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ps aux | grep firefox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cari process firefox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Kill process by PID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kill 1234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signal SIGTERM (15) - polite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kill -9 1234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  # SIGKILL - force, no cleanup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5. Kill by name (semua matching)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killall firefox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9E0611A-A18D-450C-B99A-49A9094F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1F069B5-0C9B-4509-876A-86D29078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DA1600C9-9381-4FCF-BF20-36162BD0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019E805-80C0-454C-9961-7C88FBFB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CE1930E-5375-43B3-9EB8-36D1F3B9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03AA53E-7861-4298-866B-8D0EAE18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top - real-time process monitor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75E9D96-E3B1-431F-8EB8-1D70BA35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Buka real-time process viewer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top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top - 10:00:00 up 2:30  load avg: 0.5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Tasks: 145 total, 1 running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%Cpu(s): 12.3 us, 5.1 sy, 0.0 ni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MiB Mem: 8000.0 total, 3200.5 free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PID USER %CPU %MEM COMMAND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 1234 budi 25.0  5.2  firefox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5678 budi 10.5  2.1  node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9012 root  2.0  0.5  systemd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Sortir / filter di top: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q = quit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M = sort by Memory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P = sort by CPU (default)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k = kill process (ketik PID)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u = filter by user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htop - top yang lebih cantik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sudo apt install htop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htop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8710899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0C5334E-39CE-42C5-84E7-B1450AF3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2792B32-2392-4D7A-906C-E4E77F80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9B5072A-9A63-46C0-8519-475530DD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5ae4c956ef43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92008593a46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DAA504-D5A1-42FF-BBDD-29AD9980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58A52F8-CB05-4F63-800C-C3167656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8 - Disk &amp; Memory (5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5FC115B-CDD2-4F3C-8DED-87A96C1F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df, du, free - cek storage + RAM sistem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64F234D-7184-4CDA-AF79-59107496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771F94A-885D-443F-80E9-8B5158FE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E76356B-E1C2-4937-BC2B-069EDC22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50B1D29-1A32-48D2-A56E-2057131AA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9EC071B-CF4E-48BF-A5DA-AF8075EB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B03A56A-B4F7-4EB1-B2D4-81D15DD4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Disk usage + memory info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95BAA88A-E9CF-4818-B192-8118596AD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df - DISK FREE - kapasitas partition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df -h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Filesystem  Size  Used  Avail  Use%  Mounted 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/dev/sda1   100G  45G   55G    45%   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tmpfs       4.0G  10M   3.9G   1%    /dev/shm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-h = human readable (GB, MB), tanpa -h = bytes mentah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du - DISK USAGE - ukuran folder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du -sh ~/prak2-linux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248K  /home/budi/prak2-linux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-s = summary (total), -h = human readable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du tiap subfolder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du -sh ~/* | sort -h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4.0K  /home/budi/Desktop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248K  /home/budi/prak2-linux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1.2G  /home/budi/Downloads  &lt;- biang kerok!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free - RAM usage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free -h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      total  used  free  shared  buff/cache  available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Mem:    7.7G   3.2G  1.5G  256M    3.0G        4.1G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Swap:   2.0G   0B    2.0G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5. uptime - sudah berapa lama nyala + load average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uptime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10:00:00 up 2:30, 1 user, load average: 0.45, 0.32, 0.28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38171512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FD8428F-1389-4EAE-9C57-DF489AE8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1AEF6B0-CB3B-4FFD-9239-6E9B7062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A5DC047-29E3-4938-B327-7E214F9A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332F208-8A51-4B55-BCAD-15A695FE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46487B2-0C36-4200-9F30-0A9332D1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048D075-996A-4567-BB1F-C8BD405E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6724385-2419-4FA7-84E6-239DCA9C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5652cc07d4a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2c1149eb042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89A6C0F-384E-4F63-B32A-436F2DA5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05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1B451A4-D5F1-4D8C-9287-58CF8A87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Pipes &amp;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Redirects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8DAC8F4-0A21-434C-80A5-A440B6E7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DFC2853-BDED-44A6-AC6A-CE93490D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Combine command jadi pipeline - power user move.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798248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AC84721-AEF0-40E0-922B-E997B390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DBED069-BE12-467F-9513-F1740B40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394F5D2-33C8-4269-9366-DC7FC13D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716b99d9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111acdfefa4f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1740EF0-6D7C-495A-9E73-2304D2DF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C88C692-F66A-492E-9F78-077FC9EA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9 - Pipes (|) &amp; Redirects (&gt;, &gt;&gt;, &lt;) (10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0DDDC69-FC00-45E1-8346-E1E859E5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workspace/: olah log latihan tanpa proses lain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1EA27FE-AB4E-499B-8363-1BF915D9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99A5492-941C-4940-B6D3-19135457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0AB6330-F167-4C6A-A0BF-3785059D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2F03E10-3379-4A83-BECA-DDE3E731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9011B37-4CAA-48ED-8C6F-F8727FEB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CCF2F2B-3F46-46B0-A9C9-B778749B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&gt; menulis ulang, &gt;&gt; menambah, &lt; membaca input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E81AE4B-8B6A-4D89-BE89-37CEC23B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Dari root repo: bash scripts/setup.sh
cd workspace
# &gt; memilih error dan menyimpan hasil
grep 'ERROR' logs/app.log &gt; results/errors.txt
cat results/errors.txt  # dua baris
# &gt;&gt; menambah catatan pada akhir file
printf 'Perlu cek endpoint.\n' &gt;&gt; results/incident.txt
# &lt; memberi file sebagai stdin
wc -l &lt; logs/app.log  # lima baris
# 2&gt; memisahkan pesan error dari stdout
ls /tidak-ada 2&gt; results/command-error.txt</a:t>
            </a:r>
            <a:endParaRPr sz="125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423885B0-9260-4406-BC93-33BDAC4C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020A57C-FA58-4F1C-A7A6-7EF8BCEF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E7D1BCE1-051A-41F8-8A9B-6D0BA0D7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42EDD803-4C3C-457B-9380-FDEEEB27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9319416-CB98-44B8-8B39-4820A52E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74E2EC1-DE37-4D88-8DFF-CAB5BF218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Pipe (|): output kiri menjadi input kanan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77606079-21CE-45EC-B314-C204D9C2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Jumlah baris WARN untuk tugas inti
grep 'WARN' logs/app.log | wc -l &gt; results/warn-count.txt
cat results/warn-count.txt  # 2
# Hitung ERROR tanpa mengubah sumber
grep 'ERROR' logs/app.log | wc -l  # 2
# Bandingkan dengan redirection &gt;
# Pipe mengirim data antaraproses.
# &gt; menyimpan stdout ke berkas hasil.
# &gt;&gt; menambah pada akhir berkas lama.
# Lihat hasil: find results -type f | sort</a:t>
            </a:r>
            <a:endParaRPr sz="125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0523829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F9A7FDF-6D41-4E0C-808F-649E45B3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37B2BF4-453E-4AB4-8F40-2373654A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C533A2A-FFAB-4D0D-9B4E-37C17720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d6045c7476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864c9a07c4d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BE6BA50-0483-478C-9E34-ACE67445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BD8B4B1-B98E-45FC-AB0D-3BAE0A28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10 - grep Power Use (5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A58820B-B78B-4D5F-8843-74A8B208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Cari INFO, WARN, ERROR dan status dari logs/app.log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A5DAC5D-2B89-4F0A-BE52-3B3ACA33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4448A5B-9E4A-4F2E-8BB4-7B96E9F5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3C55DCC-A1B9-4037-9954-A2B84F4E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A0A5547-1F26-4CF2-AF7A-94EF03F4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264E659-B4DB-40BF-99EC-3FD8FFCE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ADE305D-481A-48A2-BD6C-275EBF64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Variasi grep pada data asli Lab 02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1A6232C-503D-4338-894A-ECAF8641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25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 Dari workspace/ sesudah setup.sh
# 1. Pilih dua error
grep 'ERROR' logs/app.log
# 2. Abaikan kapitalisasi
grep -i 'warn' logs/app.log
# 3. Hitung baris ERROR
grep -c 'ERROR' logs/app.log  # 2
# 4. Tampilkan nomor baris
grep -n 'ERROR' logs/app.log
# 5. Kecualikan INFO
grep -v 'INFO' logs/app.log
# 6. Pilih status 4xx atau 5xx di akhir baris
grep -E ' (4[0-9]{2}|5[0-9]{2})$' logs/app.log</a:t>
            </a:r>
            <a:endParaRPr sz="125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9019432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59B6303-E133-4800-B6D4-871151F7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EC33212-EB37-46BC-A047-E90DB2A1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1C32626-9B84-418A-83FA-F69CCDFC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5F98CE4-6530-44C8-A4E0-1D6D742A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BD40186-C437-476D-A883-9C350646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FDE7EB7-86E0-4884-AB7E-AFF10617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216EE71-0830-4D69-AEFF-5C20C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a3a00b73a7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5e23dbca748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498B59C-1ED5-42AD-B3F8-DB529D46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06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585BD14-244B-4CED-8223-0A8491FE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Bash Script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Basics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9554C77-B68C-43CE-AAAA-0E939AD0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B7142FB-0CD9-47FA-9407-EDDDF730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Otomasi tugas berulang - foundation untuk DevOps.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21584846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138553D-D7F9-4FA8-9DEC-C2AA916F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17B92BC-B57E-4D91-BF3F-620D2DE7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4DA6EB7-6C7A-4BB5-8F6D-8278FD35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9c68d5a77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10ec6000047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6E29773-4694-444A-A3A5-A4FD8C9D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CA98BCC-E737-40EB-83E6-F2744531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11 - Hello World Bash Script (5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25C9885-2C50-4F52-BDDC-0078B408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Script = sequence of commands di 1 file - ekekusi sekaligus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37CD3DC-EECF-4A67-9CB0-7E31C8FE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422FA75-5B2E-4ADD-BA14-485D0FA0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CEB80FD-1F4A-4B4C-9869-3EE6E7DB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35BF4E2-E1A5-401B-A240-AE744D8C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8B6B5E3-30FD-4D20-9DBB-CE9F75D8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D72017A-AFF5-4FB2-B92B-C8232700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Create + run first bash script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F4E66C7-D93A-4EF9-B4DC-711775A5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1. Buka editor untuk file baru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~/prak2-linux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nano hello.sh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2. Isi file (paste dari kanan -&gt;)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3. Ctrl+O save, Ctrl+X exit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4. Run cara 1: pakai bash interpreter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bash hello.sh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Hello, Linux!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Sekarang: Thu May 16 10:00:00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User: budi  -  Folder: /home/budi/prak2-linux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5. Run cara 2: jadikan executable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 +x hello.sh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./hello.sh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./ = run dari current folder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Hello, Linux!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...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Bedanya: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bash hello.sh = pakai interpreter manual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./hello.sh = OS baca shebang line</a:t>
            </a:r>
            <a:endParaRPr sz="11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EF6CCAD-B0F3-49E2-9E9E-39B9B3BD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4EF8AB46-6EA9-41D8-8661-8C063E11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8DCD771-5E4B-4FF2-B00B-0CAF5F0D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73C8130-DCB0-4FE4-9452-210DBB1C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2A865511-80A9-4FC4-B226-D46B6638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624EDE26-7C24-4D0E-8C66-52F12077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hello.sh - isi file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D8FE657-6152-4769-8F98-7C1DFE51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#!/bin/bash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^^^ Shebang line - WAJIB di baris 1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Bilang OS: pakai bash untuk run ini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Output ke layar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echo "Hello, Linux!"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Pakai command - hasil di-inject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echo "Sekarang: $(date '+%a %b %d %H:%M:%S')"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Pakai environment variable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echo "User: $USER  -  Folder: $PWD"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Variable kustom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name="BINUS"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echo "Selamat belajar di $name!"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Exit dengan status code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exit 0</a:t>
            </a:r>
            <a:endParaRPr sz="10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0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0 = success, lainnya = error code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10043015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8D7F7DA-780A-43EA-8DC0-0DF74BEE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FB0653A-6240-48C3-8542-FC4546C1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7AEC73B-36CB-4E27-9FBF-5C5546AA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9f005c74a4a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b6915348ef49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59F0E34-E6B8-466E-92F5-EFCB0DB0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3A64C54-1180-4B99-BAB0-F2AE9544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Latihan 12 - Variables + if + for (10 menit)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473B2D3-AE4A-49BE-8190-A57A2396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Logic control dasar - hampir semua script perlu ini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9C9F155-776B-4098-BAF6-9539BC1E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6F9CB81-5536-4C75-83B5-99CE8989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83EF9B0-6D3E-470A-BDEA-1055CE21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C25CAEA-3F28-4E84-A805-096E8AAC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ACA3EA5-63D9-4283-8BAF-7CB411A3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98F66A4-3620-4E60-AE48-540598EE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backup.sh - script praktikal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B148A4B-9F97-4692-AFBC-11283725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#!/bin/bash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Script backup - copy file .txt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ke folder backup-[tanggal]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Variable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SOURCE_DIR="$HOME/prak2-linux"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DATE=$(date +%Y%m%d)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BACKUP_DIR="$HOME/backups/$DATE"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Cek folder source ada?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if [ ! -d "$SOURCE_DIR" ]; then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  echo "Error: $SOURCE_DIR not found"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F4444"/>
                </a:solidFill>
                <a:latin typeface="Consolas"/>
                <a:ea typeface="Consolas"/>
                <a:cs typeface="Consolas"/>
              </a:rPr>
              <a:t>  exit 1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fi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Buat folder backup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mkdir -p "$BACKUP_DIR"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Loop semua file .txt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for file in $SOURCE_DIR/*.txt; do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cp "$file" "$BACKUP_DIR/"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  echo "Backed up: $(basename $file)"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 b="1">
                <a:solidFill>
                  <a:srgbClr val="60A5FA"/>
                </a:solidFill>
                <a:latin typeface="Consolas"/>
                <a:ea typeface="Consolas"/>
                <a:cs typeface="Consolas"/>
              </a:rPr>
              <a:t>done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Summary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count=$(ls $BACKUP_DIR | wc -l)</a:t>
            </a:r>
            <a:endParaRPr sz="9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900" b="1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echo "Done! $count file di $BACKUP_DIR"</a:t>
            </a:r>
            <a:endParaRPr sz="90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FF92EFB-1BFA-4B15-852B-69A3605B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2474B32-FE32-4621-B919-2E882E4F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61EBA75-8A1F-403C-94E3-62A04E65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3903ADA-556A-4101-876C-907B1101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0F75F0C-8F66-47DF-BCF6-5868A156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4531E81-2094-4052-8414-3AF9D931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Run + verify backup.sh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4544B3EB-C316-452F-917A-D39775E5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Buat dulu sample file 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cd ~/prak2-linux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echo "file 1" &gt; test1.txt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echo "file 2" &gt; test2.txt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Save backup.sh + permission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nano backup.sh</a:t>
            </a: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  # paste isi dari kiri, save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chmod +x backup.sh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Run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./backup.sh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Backed up: notes.txt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Backed up: test1.txt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Backed up: test2.txt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Done! 3 file di /home/budi/backups/20260516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# Verify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 ~/backups/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20260516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$ </a:t>
            </a:r>
            <a:r>
              <a:rPr sz="11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ls ~/backups/20260516</a:t>
            </a:r>
            <a:endParaRPr sz="1100"/>
          </a:p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100">
                <a:solidFill>
                  <a:srgbClr val="10B981"/>
                </a:solidFill>
                <a:latin typeface="Consolas"/>
                <a:ea typeface="Consolas"/>
                <a:cs typeface="Consolas"/>
              </a:rPr>
              <a:t>notes.txt  test1.txt  test2.txt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2104812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D47A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C35159E-97B6-44C6-9281-401D64B9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828800" y="3657600"/>
            <a:ext cx="6400800" cy="6400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25000"/>
            </a:srgbClr>
          </a:solidFill>
          <a:ln xmlns:a="http://schemas.openxmlformats.org/drawingml/2006/main" w="12700">
            <a:solidFill>
              <a:srgbClr val="1565C0">
                <a:alpha val="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7DD259E-2130-466C-A38A-A3C279A6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-914400"/>
            <a:ext cx="7315200" cy="731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D2">
              <a:alpha val="20000"/>
            </a:srgbClr>
          </a:solidFill>
          <a:ln xmlns:a="http://schemas.openxmlformats.org/drawingml/2006/main" w="12700">
            <a:solidFill>
              <a:srgbClr val="1976D2">
                <a:alpha val="0"/>
              </a:srgbClr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4E1A610-DB9A-4EEA-80A4-A089A474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100000">
            <a:off x="5852160" y="-182880"/>
            <a:ext cx="1188720" cy="1188720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6C1AFCB-79E9-4823-8C1E-F8217404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077C355-1515-43FC-AC2D-E62038E6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A0127DB-0606-4744-A38A-12972A1F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457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7C8BC9D-4F58-4DCA-A4F2-4D96B6BA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7200" y="4114800"/>
            <a:ext cx="365760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40000"/>
              </a:srgbClr>
            </a:solidFill>
            <a:prstDash val="dash"/>
          </a:ln>
        </p:spPr>
      </p:sp>
      <p:pic>
        <p:nvPicPr>
          <p:cNvPr id="2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e5b4f5d934d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f18c542c3c48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AD12EBC-F047-4DED-BB9A-07904C8D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6032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 spc="6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BAGIAN 07</a:t>
            </a:r>
            <a:endParaRPr sz="16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BC1750D-FC1D-41C9-ACF7-3F4ED7F9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17520"/>
            <a:ext cx="1124712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Latihan Skrip</a:t>
            </a:r>
            <a:endParaRPr sz="5200"/>
          </a:p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&amp; Verifikasi</a:t>
            </a:r>
            <a:endParaRPr sz="520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026EA23-EF84-43A1-A134-26A6631D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0292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33CD78E3-0754-4B8B-A609-34935380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20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i="1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Praktik memakai check-status.sh dan verifier dari repo Lab 02.</a:t>
            </a:r>
            <a:endParaRPr sz="1400"/>
          </a:p>
        </p:txBody>
      </p:sp>
    </p:spTree>
    <p:extLst>
      <p:ext uri="{BB962C8B-B14F-4D97-AF65-F5344CB8AC3E}">
        <p14:creationId xmlns:p14="http://schemas.microsoft.com/office/powerpoint/2010/main" val="127337861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E70B6A7-5068-4A8B-B35E-E46A521A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6E860A2-5F50-4731-AE48-CD1F3963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E9F0004-B424-4C47-80C6-6DAAAF3E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be6aedf6e4c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e8275bc1b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CF38675-2BF1-45B6-BDFE-C080DD2E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C823512-96E1-4FDD-BB44-2A72E4F2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Kunci challenge - check-status.sh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FB2C62A-110B-48C5-AC1D-3D923494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Klasifikasi HTTP 1xx/2xx/3xx/4xx-5xx dan tolak input salah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1F42A24-26F9-434A-A51B-F600524D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572E51C-7D2F-4CC7-9C0C-0FF64512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A2B1E087-2564-496D-8E96-A8BCE182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72688F0-28BB-4A7F-A9E8-7138EDB1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D1DDC93-4C47-45E6-920D-D7C1D7A2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1B4176D-083D-4DBD-8865-E650CB058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Isi workspace/scripts/check-status.sh; cek kunci di modul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05890147-021B-4831-B119-7C6E8B2A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40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#!/usr/bin/env bash
set -euo pipefail
code="${1:-}"
if [[ ! "$code" =~ ^[1-5][0-9][0-9]$ ]]; then
  printf 'Usage: check-status.sh &lt;HTTP-code&gt;\n' &gt;&amp;2
  exit 2
elif (( code &lt; 200 )); then
  printf 'INFO: HTTP %s\n' "$code"
elif (( code &lt; 300 )); then
  printf 'OK: HTTP %s\n' "$code"
elif (( code &lt; 400 )); then
  printf 'REDIRECT: HTTP %s\n' "$code"
else
  printf 'ALERT: HTTP %s\n' "$code"
fi
# Dari root repo: bash scripts/verify.sh -&gt; 0 gagal</a:t>
            </a:r>
            <a:endParaRPr sz="140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50739302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D97CF8E-45BB-4AAB-AF1A-594A9368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948BFF-CC05-4197-AD53-A7294E81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71872CD-3178-4C65-9AA8-D5D63AF0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31b2c06f2d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37e8c3aa44d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CD59869-A663-49BE-A680-7804E6FE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915195D-E4F5-4BB5-85EE-A1AA10B0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Laporan Lab 02: hasil/lab02.md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264761D-B589-4427-A85C-6C5CCF02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Salin hasil/TEMPLATE_LAPORAN.md dan isi hasil kerja pribadi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2738501-1FEA-40E6-8879-6D2F69B9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36100BEB-150B-4029-A4F6-E9018EDF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3AC0821-F8FC-420F-B02B-C3F5E67A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LAPORAN LAB 02 - LINUX DAN BASH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BAC9D8D-DBD9-421D-B501-4F5BFE67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Nama: ___________________________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02CF5D4D-83C9-443F-B46C-CE2E9EAF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01168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NIM: ___________________________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8764605-5C08-41D6-AEAA-F9164D8B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1. Lingkungan dan path</a:t>
            </a:r>
            <a:endParaRPr sz="12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7AA258B-E21A-4EF2-AB9D-5FB8439C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6974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Shell: __________  Path root repo: _______________________________</a:t>
            </a:r>
            <a:endParaRPr sz="10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DB6CC14-0385-49BA-A9DD-D89D5E55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2. Lima artefak file</a:t>
            </a:r>
            <a:endParaRPr sz="120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5ACAF856-505A-4079-9C19-2AC7620B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cp, mv, touch, errors.txt, warn-count.txt: jelaskan perintah dan hasil</a:t>
            </a:r>
            <a:endParaRPr sz="10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6C2E3CE7-CAB8-4571-8644-EA6C5425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033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3. Script klasifikasi HTTP</a:t>
            </a:r>
            <a:endParaRPr sz="12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BF0D98A4-01D3-43F5-AED3-1C481EEF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776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103=INFO, 200=OK, 302=REDIRECT, 503=ALERT, 99=exit 2</a:t>
            </a:r>
            <a:endParaRPr sz="10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8979225-84D3-4999-BEC3-1FBE741F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4. Hasil verifier dan refleksi</a:t>
            </a:r>
            <a:endParaRPr sz="12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7005077D-5203-49B3-B666-44BDCAA2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1772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Hasil: ____ gagal; jelaskan pipe, redirect, dan chmod u+x.</a:t>
            </a:r>
            <a:endParaRPr sz="10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9505FD8-4A19-4C49-AAAA-15D7E663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9204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___________________________________________________________________________________________</a:t>
            </a:r>
            <a:endParaRPr sz="100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62968FB7-CD73-441B-8496-2CA90930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1663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___________________________________________________________________________________________</a:t>
            </a:r>
            <a:endParaRPr sz="10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25B474DE-91C1-4830-AC88-CEA75ECF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___________________________________________________________________________________________</a:t>
            </a:r>
            <a:endParaRPr sz="10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935B56B3-34E1-4AA7-9EEE-B7E0258A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52160"/>
            <a:ext cx="10972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Lampiran: screenshot setup, artefak, hasil 0 gagal, serta jawaban modul.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78707480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6194A71-29F4-4401-8BA0-BC04D161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495BFFB-6582-4799-B4E4-362D4E89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062582A-C9E7-4319-999B-5E47D68C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411db94ff4f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8522584564d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E752B9B-03F6-4FA6-8B0E-8A07B2E0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E0CF502-B6FD-4495-B34D-B20132DB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Cek formatif Praktikum 2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C33262C-24B5-4DB4-A6F0-DE00FF45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Tanpa bobot atau nilai terpisah; pakai temuan untuk proyek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FCF0A85-F6D8-408F-906C-5EDCFE05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BCD02BC-600A-4115-8707-ABF67C23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25603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</a:t>
            </a:r>
            <a:endParaRPr sz="11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11804BF-EC2C-4D22-855E-BC8B3B31E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417320"/>
            <a:ext cx="8229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Fokus</a:t>
            </a:r>
            <a:endParaRPr sz="11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4594ADC0-0977-49DA-80EE-708AA54D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Sudah kuat</a:t>
            </a:r>
            <a:endParaRPr sz="110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A9907D9-515D-493A-982C-A6249692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Perlu ulas</a:t>
            </a:r>
            <a:endParaRPr sz="11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DEC61E2-1276-4903-A4EC-F607F858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17320"/>
            <a:ext cx="23774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100">
                <a:solidFill>
                  <a:srgbClr val="FED7AA"/>
                </a:solidFill>
                <a:latin typeface="Calibri"/>
                <a:ea typeface="Calibri"/>
                <a:cs typeface="Calibri"/>
              </a:rPr>
              <a:t>Coba ulang</a:t>
            </a:r>
            <a:endParaRPr sz="11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957538DF-4620-48CF-B032-280B66E9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6CA3053D-094E-4C7A-99A7-D1E90EDB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49D6243B-2E73-4689-83A2-F6AA928A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87452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Setup + artefak</a:t>
            </a:r>
            <a:endParaRPr sz="11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1704C9B-ADC4-473B-AE30-2E39D5B9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87452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File</a:t>
            </a:r>
            <a:endParaRPr sz="140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F029F97F-417E-4825-82A7-6B0B77B1B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Workspace benar, lima artefak lengkap, hasil grep dan WARN = 2</a:t>
            </a:r>
            <a:endParaRPr sz="9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6505EBA-C67C-4DFE-80E3-A5D3B4E4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7452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Workspace benar, sebagian artefak perlu koreksi</a:t>
            </a:r>
            <a:endParaRPr sz="900"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16CCF6E-2C73-4570-827A-CB50B056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Workspace/artefak tidak dapat diverifikasi</a:t>
            </a:r>
            <a:endParaRPr sz="900"/>
          </a:p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37DA5D0F-84DE-4A9A-AF0B-C248EE0F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DFAA12C9-AF43-4DAA-90FD-14067D39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D8539264-6F6B-4DBB-8F5E-3D22A6E2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check-status.sh</a:t>
            </a:r>
            <a:endParaRPr sz="11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D19D81B5-4F2C-4F9D-B274-E34EC381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74320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Skrip</a:t>
            </a:r>
            <a:endParaRPr sz="140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193D9C4-68C2-44C3-80D8-89094BDB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Empat kelas HTTP tepat, input salah exit 2, dapat menjelaskan logika</a:t>
            </a:r>
            <a:endParaRPr sz="9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22707FD6-C4B5-4DA0-ADBE-AED121C3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74320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Output benar dengan penjelasan kurang lengkap</a:t>
            </a:r>
            <a:endParaRPr sz="9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0682050F-813A-424D-9294-7154BA11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4320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Skrip tidak jalan atau hasil salah</a:t>
            </a:r>
            <a:endParaRPr sz="9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24A26F04-74D9-4D33-923C-30D23BD1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7669637C-637D-4595-830D-F661AD33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C127D43-5779-4F52-9F61-95077407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1188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Verifier + izin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0BC3FFB-8220-494C-8BBE-4F5E1073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361188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Uji</a:t>
            </a:r>
            <a:endParaRPr sz="14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A2678676-AD0E-4B19-849C-F51C8F88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Hasil: 0 gagal dan chmod u+x dipahami</a:t>
            </a:r>
            <a:endParaRPr sz="9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47253B20-7911-48F3-9E59-E9D92A4A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611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mendekati lulus; izin belum jelas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55E86C57-447B-4BA7-A5F5-05DFBE7D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188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Banyak FAIL atau execute bit tidak ada</a:t>
            </a:r>
            <a:endParaRPr sz="90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C518E17C-AB44-4F87-922C-D90D4353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92939F09-D2F0-4CF7-95A5-D42458ED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8056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D1EA6468-6E15-45A6-BCD3-5125586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8056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Laporan Git</a:t>
            </a:r>
            <a:endParaRPr sz="11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6CF72398-E154-4032-A88D-C8544BF5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48056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Catatan</a:t>
            </a:r>
            <a:endParaRPr sz="14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04675395-0A9D-4920-B056-525774A2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hasil/lab02.md, bukti, commit, dan riwayat jelas</a:t>
            </a:r>
            <a:endParaRPr sz="9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077DBCE0-D2F9-4E54-B3D7-3E225DCC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48056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Laporan ada tetapi bukti kurang</a:t>
            </a:r>
            <a:endParaRPr sz="9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A0B0FF74-5361-4A50-97BE-67F347BB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8056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Laporan atau commit belum ada</a:t>
            </a:r>
            <a:endParaRPr sz="9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72A0948B-CFB0-49F0-BABB-A4BED7C8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12471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57AD6EFE-B237-4562-8E86-4F3811F2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9240"/>
            <a:ext cx="13716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6A88C939-064E-4B60-9B5C-148FD1D5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24231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Refleksi Konseptual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13F82599-154E-4875-AF28-9A29BBCA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5349240"/>
            <a:ext cx="822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37021"/>
                </a:solidFill>
                <a:latin typeface="Consolas"/>
                <a:ea typeface="Consolas"/>
                <a:cs typeface="Consolas"/>
              </a:rPr>
              <a:t>Konsep</a:t>
            </a:r>
            <a:endParaRPr sz="140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38189937-2D6C-467A-BF81-DF4EF47A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Tunjukkan paham WHY bukan cuma HOW (mis. kenapa chmod 755)</a:t>
            </a:r>
            <a:endParaRPr sz="9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8F81B1F1-7E75-4A0E-B732-C1AA4001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534924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Tahu HOW tapi belum WHY</a:t>
            </a:r>
            <a:endParaRPr sz="90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C8A476CE-9778-4D80-958C-4B270B41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349240"/>
            <a:ext cx="23774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C2626"/>
                </a:solidFill>
                <a:latin typeface="Calibri"/>
                <a:ea typeface="Calibri"/>
                <a:cs typeface="Calibri"/>
              </a:rPr>
              <a:t>Belum dapat menjelaskan alasan di balik command</a:t>
            </a:r>
            <a:endParaRPr sz="900"/>
          </a:p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C14223F1-98CA-41B0-AB31-5ACBA365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Dosen memberi umpan balik; penilaian lab berasal dari proyek kelompok.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96228149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C59E428-E32B-4D14-BC73-CC7E9BEF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9CAB2AF-A266-4194-8A14-9F733056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0D37A15-5F25-42B0-97AC-667BB3E6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7298c11b34e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5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82c50cc094e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79BDDE3-F5E6-4945-90F7-F8524D2E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A4C65D5-D9E7-466C-B1FB-F84E29F6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Common Pitfalls - Hindari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09AF9CC-4A30-4213-917C-92C6D2FC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Yang sering membuat skrip gagal; cara memperbaikinya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3E9BE08-A066-4B92-8E4F-12B2CB04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1640100-03C4-4146-B797-D50BAF26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6A9FE686-D8FA-46E8-8B7D-8447289D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Lupa chmod +x</a:t>
            </a:r>
            <a:endParaRPr sz="12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77480AC8-11FC-437D-A3CB-64C543C0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Bikin script lalu ./script.sh - 'Permission denied'.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2D464C1-70D8-4AE6-8ECB-1A1F268B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7F3C4D7E-A30A-455F-9BA5-B4F13F21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chmod +x script.sh dulu sebelum ./script.sh</a:t>
            </a:r>
            <a:endParaRPr sz="10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C57A3CA1-5708-40D6-96A9-1AB5B685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653129EB-E9FE-4DA6-9F3C-F3FDC92E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8952360B-C9A4-416D-A92D-41620369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Bash vs sh</a:t>
            </a:r>
            <a:endParaRPr sz="12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59126D99-6A95-4DFA-9792-8ED26E2F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'sh script.sh' padahal ada syntax bash specific - error.</a:t>
            </a:r>
            <a:endParaRPr sz="105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81C038A-F721-4816-A2B8-2BEC1DBE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94A8412-E7E4-4461-9E41-D696588C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Selalu 'bash script.sh' atau ./script.sh dengan shebang #!/bin/bash</a:t>
            </a:r>
            <a:endParaRPr sz="10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7EECC701-5243-41C5-B653-90DC2BDD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D123068B-DE02-427F-99DD-3CAE8CAF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41732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6CB09D79-FA46-4329-9CFC-E06E3A74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41732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Spasi di if condition</a:t>
            </a:r>
            <a:endParaRPr sz="12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5D071F5F-DF7A-44E2-9F60-B56EECA9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96596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Tulis 'if [$x = 5]' - error syntax. Bash sensitif spasi.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83CA9F33-4182-4437-BDAE-7C89FC89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88036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273C2930-C833-47C1-9A26-EDBD9D80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260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Selalu pakai spasi: 'if [ $x = 5 ]' (spasi di dalam bracket)</a:t>
            </a:r>
            <a:endParaRPr sz="10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60F5D3CA-A8D7-4BBF-B6FE-897EEB16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FE3B690B-6AE3-4AC8-9959-C45E404D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613B9F2-AAAC-476F-99E7-724D5809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$ dalam quotes</a:t>
            </a:r>
            <a:endParaRPr sz="120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AAC677A-5DF7-4EAE-B907-25B7B1E6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echo 'Hello $USER' tidak expand variable - print literal '$USER'.</a:t>
            </a:r>
            <a:endParaRPr sz="105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A000BE84-C4C2-45F5-848D-A27258BA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ECB501A6-6BF3-44FF-B829-A023A34C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double quotes: echo "Hello $USER" untuk variable expansion</a:t>
            </a:r>
            <a:endParaRPr sz="10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418682F1-19EA-462D-AF3A-FB9B33D6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FFB1EB6B-3939-4199-A36C-51FC880A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55BF5917-776F-435D-9474-E1B2178A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rm tanpa konfirmasi</a:t>
            </a:r>
            <a:endParaRPr sz="12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1C6585DB-D38C-468A-BF96-9214CE91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rm -rf folder/ - hapus semua tanpa undo. Hilang selamanya.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531DDA03-072B-4717-9164-E674CC83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BA419789-5465-4BD7-98AF-ACE1C532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rm -i untuk konfirmasi, atau ls dulu untuk verify path</a:t>
            </a:r>
            <a:endParaRPr sz="100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DBE5AC4B-7363-4AAE-9414-18993137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28A86948-93D3-4668-BAFA-36B7EE67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370332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12700">
            <a:solidFill>
              <a:srgbClr val="DC2626"/>
            </a:solidFill>
            <a:prstDash val="solid"/>
          </a:ln>
        </p:spPr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B0FD53C7-E97D-46C4-BD9C-19ECF24B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79476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Lupa redirect 2&gt;</a:t>
            </a:r>
            <a:endParaRPr sz="120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6946A513-53E5-4D36-B1C7-B82BF519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337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Capture stdout tapi error muncul di screen - script lihat clean.</a:t>
            </a:r>
            <a:endParaRPr sz="105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6B880FAD-895F-4759-B37E-9B08B144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257800"/>
            <a:ext cx="333756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ECB3CD7C-4A68-4F97-A46D-05BB9F47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530352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59669"/>
                </a:solidFill>
                <a:latin typeface="Calibri"/>
                <a:ea typeface="Calibri"/>
                <a:cs typeface="Calibri"/>
              </a:rPr>
              <a:t>FIX: </a:t>
            </a:r>
            <a:r>
              <a:rPr sz="10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Pakai &amp;&gt; log.txt untuk capture stdout + stderr sekaligus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0453863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F75B14-8DAA-4559-9DB9-3D23A6509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96ED5F9-4A99-448E-9595-41C093CA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6799460-8ED0-403B-80F4-6EF5A1F4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4ce3f497e540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258afac9a541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081E223-DD59-49A1-B6DA-769DB720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949DA61-8B6E-45C3-8035-A5F060F9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Cheat Sheet - Linux Command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A17F218-D175-4CF0-8F05-FE536561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Print, tempel - sering dipakai dari Praktikum 3 dan seterusnya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8766A22-20E9-4237-B4EE-18269E33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CA67794-BD3C-4D4B-9EC9-33D60DB4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7001DF72-8950-409A-BB40-E8122DA8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Navigation</a:t>
            </a:r>
            <a:endParaRPr sz="130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CF256053-EDAC-43DD-8411-41A58036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pwd - lokasi current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ls -la - list detail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cd folder - pindah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cd .. - naik 1 level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cd ~ - ke home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cd - - folder lalu</a:t>
            </a:r>
            <a:endParaRPr sz="1050"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E151CA3-17AD-4C00-820C-C74C2A04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E52F65F7-BFA6-47BA-847B-168F14195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6F02DC0-44B7-4612-B44C-6CE5B63E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File Ops</a:t>
            </a:r>
            <a:endParaRPr sz="13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FCDAA100-DE32-4CCF-8151-FA720306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touch file.txt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mkdir folder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cp src dest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mv src dest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rm file (-r folder)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rmdir empty-folder</a:t>
            </a:r>
            <a:endParaRPr sz="105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61EEC19-9D5F-49FD-9059-E3CAAAFD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218A3725-28ED-40C9-A371-3A5F77B4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76DA1F4E-35A6-4389-9EAB-1F02458D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 File</a:t>
            </a:r>
            <a:endParaRPr sz="130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F90721E-A9FB-4A6B-8249-E441DF74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cat file - all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less file - paginate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head -n 5 file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tail -n 5 file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tail -f file - follow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wc -l file - count</a:t>
            </a:r>
            <a:endParaRPr sz="105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C0A6F0DC-F345-4355-B719-38D037E1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63383C39-F231-4F76-B7FD-6DB2F6A5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5B2D20CA-8735-4945-BAEF-A29E3496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141732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Permissions</a:t>
            </a:r>
            <a:endParaRPr sz="1300"/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8B9E2825-E086-419C-9B89-42A6F214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87452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ls -l - lihat perm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chmod +x file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chmod 644 file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chmod 755 script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chown user:grp file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sudo - root access</a:t>
            </a:r>
            <a:endParaRPr sz="105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FFD0FE20-7E8B-4C53-8729-ABE86733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8F98D4D-B602-482E-8217-5E6E30AD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F823A28-9EB6-403F-86A5-3EE52E45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Process</a:t>
            </a:r>
            <a:endParaRPr sz="13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500A6918-13AB-43B5-A21F-8DE700E9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ps aux - all proc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top / htop - live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kill PID - polite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kill -9 PID - force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killall name - by name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Ctrl+C - stop current</a:t>
            </a:r>
            <a:endParaRPr sz="10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6141B783-E9EB-4F19-911C-1D88BF2B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FB1F08F0-11DF-4BC0-8466-3FDB9E9C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A243832-0AA5-45EB-A885-8AE4D19A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2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Pipes Redirect</a:t>
            </a:r>
            <a:endParaRPr sz="13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2748779-FE5B-4E28-91E1-5C69766A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7872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cmd &gt; file - save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cmd &gt;&gt; file - append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cmd &lt; file - input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cmd1 | cmd2 - chain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cmd 2&gt; err.log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cmd &amp;&gt; all.log</a:t>
            </a:r>
            <a:endParaRPr sz="10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45C64FDC-9C2B-4714-8787-2115CBF6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A8A6971F-25B9-4A23-80AB-94795A1C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024A2338-8AC2-47EA-B17F-3D862390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Bash Script</a:t>
            </a:r>
            <a:endParaRPr sz="130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8B55B3C-CD75-4B60-8E3D-246DF59B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#!/bin/bash - shebang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VAR=value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echo "$VAR"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if [ test ]; then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for x in list; do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exit 0 - success</a:t>
            </a:r>
            <a:endParaRPr sz="105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BDABB3D2-57A4-4CB7-AA7B-A27B67D9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7E1DB9D9-B37A-49D0-9396-AD08E94F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3BAF65F0-D9F3-4DD6-BFA7-EE9BB13D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576" y="3886200"/>
            <a:ext cx="2788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 spc="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Pitfall Avoid</a:t>
            </a:r>
            <a:endParaRPr sz="13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99F2CAF5-5CC2-47D3-98AC-A35587C2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4343400"/>
            <a:ext cx="2423160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chmod +x dulu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Spasi di [ ]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Double quotes "$"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rm -i konfirmasi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Verify path dulu</a:t>
            </a:r>
            <a:endParaRPr sz="1050"/>
          </a:p>
          <a:p xmlns:a="http://schemas.openxmlformats.org/drawingml/2006/main">
            <a:pPr marL="0" indent="0">
              <a:spcAft>
                <a:spcPts val="300"/>
              </a:spcAft>
              <a:buNone/>
            </a:pPr>
            <a:r>
              <a:rPr sz="105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Backup before edit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47606783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3483875-D7E3-498A-8A1B-91104EA2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493074-AEA6-4CB4-8647-CB73FA49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ED4F88E-4407-4A72-AF1E-CDCAF053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c95b8b7c1640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551a7ff2646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857CAAE-A7D2-4DD3-9DB0-387BDFAF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9A1D406-E88D-4543-9508-8271B3F9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Timing 90 Menit - Alur Lab 02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C783525-C96B-4049-8490-33A9A4BC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Ikuti modul mahasiswa untuk checkpoint dan contoh hasil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9D7435D-F061-458D-84E3-66635F8D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90B4E74-4DAD-484F-8ABA-6E656034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3716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AA34092-82A0-4EED-BBAA-754B5B03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54480"/>
            <a:ext cx="14630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45E79934-DD2A-4791-A50F-4CDBB956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54480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0-10 min</a:t>
            </a:r>
            <a:endParaRPr sz="1100"/>
          </a:p>
        </p:txBody>
      </p:sp>
      <p:pic>
        <p:nvPicPr>
          <p:cNvPr id="73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a37e6a6729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160020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DED1CBD3-E6DB-4E84-B80D-CDC0C7C3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463040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Bash dan working directory</a:t>
            </a:r>
            <a:endParaRPr sz="12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69610CFD-3750-4279-B9A6-8E147247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783080"/>
            <a:ext cx="8595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Buka Git Bash/WSL/Linux/macOS/Codespaces; pwd dan jelaskan path.</a:t>
            </a:r>
            <a:endParaRPr sz="950"/>
          </a:p>
        </p:txBody>
      </p:sp>
      <p:sp>
        <p:nvSpPr>
          <p:cNvPr id="17" name="Shape 12">
            <a:extLst xmlns:a="http://schemas.openxmlformats.org/drawingml/2006/main">
              <a:ext uri="{FF2B5EF4-FFF2-40B4-BE49-F238E27FC236}">
                <a16:creationId xmlns:a16="http://schemas.microsoft.com/office/drawing/2014/main" id="{D07CC7CE-532F-4411-B86E-3249EC63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12848"/>
            <a:ext cx="1124712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8" name="Shape 13">
            <a:extLst xmlns:a="http://schemas.openxmlformats.org/drawingml/2006/main">
              <a:ext uri="{FF2B5EF4-FFF2-40B4-BE49-F238E27FC236}">
                <a16:creationId xmlns:a16="http://schemas.microsoft.com/office/drawing/2014/main" id="{AFC3BF05-C174-44ED-9FF1-847D6F89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12848"/>
            <a:ext cx="13716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19" name="Shape 14">
            <a:extLst xmlns:a="http://schemas.openxmlformats.org/drawingml/2006/main">
              <a:ext uri="{FF2B5EF4-FFF2-40B4-BE49-F238E27FC236}">
                <a16:creationId xmlns:a16="http://schemas.microsoft.com/office/drawing/2014/main" id="{7597CC5C-9A66-4A7E-87EB-7105B9D4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50008"/>
            <a:ext cx="14630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D2"/>
          </a:solidFill>
          <a:ln xmlns:a="http://schemas.openxmlformats.org/drawingml/2006/main" w="12700">
            <a:solidFill>
              <a:srgbClr val="1976D2"/>
            </a:solidFill>
            <a:prstDash val="solid"/>
          </a:ln>
        </p:spPr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DB6C00B-D2CE-4EDD-A7B6-49DEC817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50008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10-20 min</a:t>
            </a:r>
            <a:endParaRPr sz="1100"/>
          </a:p>
        </p:txBody>
      </p:sp>
      <p:pic>
        <p:nvPicPr>
          <p:cNvPr id="80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9421647014a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2395728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3EEF49DC-8858-46F6-BB15-91254E9F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258568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Setup dan inspect</a:t>
            </a:r>
            <a:endParaRPr sz="1200"/>
          </a:p>
        </p:txBody>
      </p:sp>
      <p:sp>
        <p:nvSpPr>
          <p:cNvPr id="23" name="Text 17">
            <a:extLst xmlns:a="http://schemas.openxmlformats.org/drawingml/2006/main">
              <a:ext uri="{FF2B5EF4-FFF2-40B4-BE49-F238E27FC236}">
                <a16:creationId xmlns:a16="http://schemas.microsoft.com/office/drawing/2014/main" id="{0EF4FF04-0165-4016-A256-723B86EF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578608"/>
            <a:ext cx="8595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bash scripts/setup.sh dan inspect.sh; cek WARN = 2.</a:t>
            </a:r>
            <a:endParaRPr sz="950"/>
          </a:p>
        </p:txBody>
      </p:sp>
      <p:sp>
        <p:nvSpPr>
          <p:cNvPr id="24" name="Shape 18">
            <a:extLst xmlns:a="http://schemas.openxmlformats.org/drawingml/2006/main">
              <a:ext uri="{FF2B5EF4-FFF2-40B4-BE49-F238E27FC236}">
                <a16:creationId xmlns:a16="http://schemas.microsoft.com/office/drawing/2014/main" id="{76DE7CB0-0504-4081-AC39-C20FFA69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08376"/>
            <a:ext cx="1124712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C167107A-80C4-431E-AB68-3CA5DC56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08376"/>
            <a:ext cx="13716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6" name="Shape 20">
            <a:extLst xmlns:a="http://schemas.openxmlformats.org/drawingml/2006/main">
              <a:ext uri="{FF2B5EF4-FFF2-40B4-BE49-F238E27FC236}">
                <a16:creationId xmlns:a16="http://schemas.microsoft.com/office/drawing/2014/main" id="{F87DE65B-E83A-432D-A01A-C3392A93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45536"/>
            <a:ext cx="14630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0988505E-F307-449A-89C4-76A661AF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145536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20-35 min</a:t>
            </a:r>
            <a:endParaRPr sz="1100"/>
          </a:p>
        </p:txBody>
      </p:sp>
      <p:pic>
        <p:nvPicPr>
          <p:cNvPr id="87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224f74e9f940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3191256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9" name="Text 22">
            <a:extLst xmlns:a="http://schemas.openxmlformats.org/drawingml/2006/main">
              <a:ext uri="{FF2B5EF4-FFF2-40B4-BE49-F238E27FC236}">
                <a16:creationId xmlns:a16="http://schemas.microsoft.com/office/drawing/2014/main" id="{8F1A861E-B25D-4093-8339-ECF13776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054096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Navigasi dan log</a:t>
            </a:r>
            <a:endParaRPr sz="1200"/>
          </a:p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873853B-4E43-4F00-A195-CFCFDBB5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374136"/>
            <a:ext cx="8595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cd, ls, find, head, tail, grep; baca path relatif dan izin.</a:t>
            </a:r>
            <a:endParaRPr sz="95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47883732-E29A-4874-9C88-E302236D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03904"/>
            <a:ext cx="1124712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E0798010-91F3-4BDA-9D58-18B83473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03904"/>
            <a:ext cx="13716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3" name="Shape 26">
            <a:extLst xmlns:a="http://schemas.openxmlformats.org/drawingml/2006/main">
              <a:ext uri="{FF2B5EF4-FFF2-40B4-BE49-F238E27FC236}">
                <a16:creationId xmlns:a16="http://schemas.microsoft.com/office/drawing/2014/main" id="{6C999C82-7F1F-44C4-8FE4-5852B385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41064"/>
            <a:ext cx="14630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12700">
            <a:solidFill>
              <a:srgbClr val="7C3AED"/>
            </a:solidFill>
            <a:prstDash val="solid"/>
          </a:ln>
        </p:spPr>
      </p:sp>
      <p:sp>
        <p:nvSpPr>
          <p:cNvPr id="34" name="Text 27">
            <a:extLst xmlns:a="http://schemas.openxmlformats.org/drawingml/2006/main">
              <a:ext uri="{FF2B5EF4-FFF2-40B4-BE49-F238E27FC236}">
                <a16:creationId xmlns:a16="http://schemas.microsoft.com/office/drawing/2014/main" id="{9EE27355-70C4-4EEE-B037-0EE6BBD8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941064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35-50 min</a:t>
            </a:r>
            <a:endParaRPr sz="1100"/>
          </a:p>
        </p:txBody>
      </p:sp>
      <p:pic>
        <p:nvPicPr>
          <p:cNvPr id="94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31dec9226a4b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39867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36" name="Text 28">
            <a:extLst xmlns:a="http://schemas.openxmlformats.org/drawingml/2006/main">
              <a:ext uri="{FF2B5EF4-FFF2-40B4-BE49-F238E27FC236}">
                <a16:creationId xmlns:a16="http://schemas.microsoft.com/office/drawing/2014/main" id="{BD9A8EA0-FB25-468B-89A1-F2F72476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849624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Lima artefak file</a:t>
            </a:r>
            <a:endParaRPr sz="1200"/>
          </a:p>
        </p:txBody>
      </p:sp>
      <p:sp>
        <p:nvSpPr>
          <p:cNvPr id="37" name="Text 29">
            <a:extLst xmlns:a="http://schemas.openxmlformats.org/drawingml/2006/main">
              <a:ext uri="{FF2B5EF4-FFF2-40B4-BE49-F238E27FC236}">
                <a16:creationId xmlns:a16="http://schemas.microsoft.com/office/drawing/2014/main" id="{E27B4021-8778-4C2C-9D38-E15FE0D9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4169664"/>
            <a:ext cx="8595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cp, mv, touch, grep &gt;, grep | wc -l &gt;; cek output.</a:t>
            </a:r>
            <a:endParaRPr sz="950"/>
          </a:p>
        </p:txBody>
      </p:sp>
      <p:sp>
        <p:nvSpPr>
          <p:cNvPr id="38" name="Shape 30">
            <a:extLst xmlns:a="http://schemas.openxmlformats.org/drawingml/2006/main">
              <a:ext uri="{FF2B5EF4-FFF2-40B4-BE49-F238E27FC236}">
                <a16:creationId xmlns:a16="http://schemas.microsoft.com/office/drawing/2014/main" id="{EB843D54-EBB2-4D83-B0D5-FABD4D5E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9432"/>
            <a:ext cx="1124712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9" name="Shape 31">
            <a:extLst xmlns:a="http://schemas.openxmlformats.org/drawingml/2006/main">
              <a:ext uri="{FF2B5EF4-FFF2-40B4-BE49-F238E27FC236}">
                <a16:creationId xmlns:a16="http://schemas.microsoft.com/office/drawing/2014/main" id="{A25A238C-BB32-4DDC-862B-284A4097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9432"/>
            <a:ext cx="13716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0" name="Shape 32">
            <a:extLst xmlns:a="http://schemas.openxmlformats.org/drawingml/2006/main">
              <a:ext uri="{FF2B5EF4-FFF2-40B4-BE49-F238E27FC236}">
                <a16:creationId xmlns:a16="http://schemas.microsoft.com/office/drawing/2014/main" id="{1587D736-3D8C-42EA-A552-EC1208D0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736592"/>
            <a:ext cx="14630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40AF"/>
          </a:solidFill>
          <a:ln xmlns:a="http://schemas.openxmlformats.org/drawingml/2006/main" w="12700">
            <a:solidFill>
              <a:srgbClr val="1E40AF"/>
            </a:solidFill>
            <a:prstDash val="solid"/>
          </a:ln>
        </p:spPr>
      </p:sp>
      <p:sp>
        <p:nvSpPr>
          <p:cNvPr id="41" name="Text 33">
            <a:extLst xmlns:a="http://schemas.openxmlformats.org/drawingml/2006/main">
              <a:ext uri="{FF2B5EF4-FFF2-40B4-BE49-F238E27FC236}">
                <a16:creationId xmlns:a16="http://schemas.microsoft.com/office/drawing/2014/main" id="{3D87CC60-C741-4E5A-BAA4-D2C6436A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736592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50-68 min</a:t>
            </a:r>
            <a:endParaRPr sz="1100"/>
          </a:p>
        </p:txBody>
      </p:sp>
      <p:pic>
        <p:nvPicPr>
          <p:cNvPr id="101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1670af242044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4782312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43" name="Text 34">
            <a:extLst xmlns:a="http://schemas.openxmlformats.org/drawingml/2006/main">
              <a:ext uri="{FF2B5EF4-FFF2-40B4-BE49-F238E27FC236}">
                <a16:creationId xmlns:a16="http://schemas.microsoft.com/office/drawing/2014/main" id="{4A92B3C9-55EA-41A6-8EFE-F920FA15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4645152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Skrip kondisi Bash</a:t>
            </a:r>
            <a:endParaRPr sz="1200"/>
          </a:p>
        </p:txBody>
      </p:sp>
      <p:sp>
        <p:nvSpPr>
          <p:cNvPr id="44" name="Text 35">
            <a:extLst xmlns:a="http://schemas.openxmlformats.org/drawingml/2006/main">
              <a:ext uri="{FF2B5EF4-FFF2-40B4-BE49-F238E27FC236}">
                <a16:creationId xmlns:a16="http://schemas.microsoft.com/office/drawing/2014/main" id="{3C9E35CB-A010-4325-AD4D-681B9230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4965192"/>
            <a:ext cx="8595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Regex input, if/elif/else, stdout/stderr, chmod u+x.</a:t>
            </a:r>
            <a:endParaRPr sz="950"/>
          </a:p>
        </p:txBody>
      </p:sp>
      <p:sp>
        <p:nvSpPr>
          <p:cNvPr id="45" name="Shape 36">
            <a:extLst xmlns:a="http://schemas.openxmlformats.org/drawingml/2006/main">
              <a:ext uri="{FF2B5EF4-FFF2-40B4-BE49-F238E27FC236}">
                <a16:creationId xmlns:a16="http://schemas.microsoft.com/office/drawing/2014/main" id="{9121589C-9F13-4776-B76E-A1FA50AA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4960"/>
            <a:ext cx="1124712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46" name="Shape 37">
            <a:extLst xmlns:a="http://schemas.openxmlformats.org/drawingml/2006/main">
              <a:ext uri="{FF2B5EF4-FFF2-40B4-BE49-F238E27FC236}">
                <a16:creationId xmlns:a16="http://schemas.microsoft.com/office/drawing/2014/main" id="{8CA72DED-4F5D-4192-B1D5-9B30CC0E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4960"/>
            <a:ext cx="13716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7" name="Shape 38">
            <a:extLst xmlns:a="http://schemas.openxmlformats.org/drawingml/2006/main">
              <a:ext uri="{FF2B5EF4-FFF2-40B4-BE49-F238E27FC236}">
                <a16:creationId xmlns:a16="http://schemas.microsoft.com/office/drawing/2014/main" id="{63EE6CF9-5CBB-471D-9315-7BC10CC5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532120"/>
            <a:ext cx="14630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sp>
        <p:nvSpPr>
          <p:cNvPr id="48" name="Text 39">
            <a:extLst xmlns:a="http://schemas.openxmlformats.org/drawingml/2006/main">
              <a:ext uri="{FF2B5EF4-FFF2-40B4-BE49-F238E27FC236}">
                <a16:creationId xmlns:a16="http://schemas.microsoft.com/office/drawing/2014/main" id="{5831C109-7D96-44C9-A1AC-FCA7057B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532120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68-90 min</a:t>
            </a:r>
            <a:endParaRPr sz="1100"/>
          </a:p>
        </p:txBody>
      </p:sp>
      <p:pic>
        <p:nvPicPr>
          <p:cNvPr id="108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ee8539134143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23160" y="5577840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50" name="Text 40">
            <a:extLst xmlns:a="http://schemas.openxmlformats.org/drawingml/2006/main">
              <a:ext uri="{FF2B5EF4-FFF2-40B4-BE49-F238E27FC236}">
                <a16:creationId xmlns:a16="http://schemas.microsoft.com/office/drawing/2014/main" id="{B89D2BB8-23D2-404D-8CD5-95AF13F1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440680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Verify, diskusi, Git</a:t>
            </a:r>
            <a:endParaRPr sz="1200"/>
          </a:p>
        </p:txBody>
      </p:sp>
      <p:sp>
        <p:nvSpPr>
          <p:cNvPr id="51" name="Text 41">
            <a:extLst xmlns:a="http://schemas.openxmlformats.org/drawingml/2006/main">
              <a:ext uri="{FF2B5EF4-FFF2-40B4-BE49-F238E27FC236}">
                <a16:creationId xmlns:a16="http://schemas.microsoft.com/office/drawing/2014/main" id="{ABDA017A-5EA1-44B6-B12D-0997FCA4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760720"/>
            <a:ext cx="8595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bash scripts/verify.sh -&gt; 0 gagal; catat hasil; push bila berguna.</a:t>
            </a:r>
            <a:endParaRPr sz="950"/>
          </a:p>
        </p:txBody>
      </p:sp>
      <p:sp>
        <p:nvSpPr>
          <p:cNvPr id="52" name="Text 42">
            <a:extLst xmlns:a="http://schemas.openxmlformats.org/drawingml/2006/main">
              <a:ext uri="{FF2B5EF4-FFF2-40B4-BE49-F238E27FC236}">
                <a16:creationId xmlns:a16="http://schemas.microsoft.com/office/drawing/2014/main" id="{DCFA6FEF-FD38-4830-8A9C-FEFF8592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6364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 i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Jika setup lokal macet, gunakan salinan repo pada Bash lain; jangan hapus kerja siswa.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22214504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02EAD14-8796-4A71-B26D-7E3B197E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9CA113-F2E2-43D6-9136-AC2A5C84E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29A9C83-689A-44B6-BDA5-3DEBF1B9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071358e99c49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62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3741089ad42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39A94BB-EFCA-4501-BB3A-67AC004E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206BECA-8EC3-4E18-9215-4797D7F6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Wrap-Up &amp; Persiapan Praktikum 3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A69EF41-3839-48F3-983B-409C35A6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artefak, skrip Bash, verifier, dan bukti Git siap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0BC95701-8FC7-43B8-902C-0A013898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Yang Sudah Anda Lakukan Hari Ini</a:t>
            </a:r>
            <a:endParaRPr sz="1600"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661E573-D3F6-47B6-BC0A-4D4F0750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6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205e43c5b41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874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82BFB571-246B-47DC-99B9-F8EC2BB8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2880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Bash terbuka dan workspace dibuat oleh setup.sh.</a:t>
            </a:r>
            <a:endParaRPr sz="1100"/>
          </a:p>
        </p:txBody>
      </p:sp>
      <p:sp>
        <p:nvSpPr>
          <p:cNvPr id="14" name="Shape 9">
            <a:extLst xmlns:a="http://schemas.openxmlformats.org/drawingml/2006/main">
              <a:ext uri="{FF2B5EF4-FFF2-40B4-BE49-F238E27FC236}">
                <a16:creationId xmlns:a16="http://schemas.microsoft.com/office/drawing/2014/main" id="{B23F40DF-CECB-4ECF-BBD2-ABF34B98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17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1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205e43c5b41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3317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49D61DAC-DF95-42DC-AD6B-1484F980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8600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Path dan file ops: pwd, cd, cp, mv, touch.</a:t>
            </a:r>
            <a:endParaRPr sz="1100"/>
          </a:p>
        </p:txBody>
      </p:sp>
      <p:sp>
        <p:nvSpPr>
          <p:cNvPr id="17" name="Shape 11">
            <a:extLst xmlns:a="http://schemas.openxmlformats.org/drawingml/2006/main">
              <a:ext uri="{FF2B5EF4-FFF2-40B4-BE49-F238E27FC236}">
                <a16:creationId xmlns:a16="http://schemas.microsoft.com/office/drawing/2014/main" id="{E0EEF828-1B66-4DF2-848C-74EF599D7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205e43c5b41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27889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9" name="Text 12">
            <a:extLst xmlns:a="http://schemas.openxmlformats.org/drawingml/2006/main">
              <a:ext uri="{FF2B5EF4-FFF2-40B4-BE49-F238E27FC236}">
                <a16:creationId xmlns:a16="http://schemas.microsoft.com/office/drawing/2014/main" id="{B14503D8-94F3-4C6C-B182-9E0D52E8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4320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Baca log dengan head, tail, grep, dan pipe.</a:t>
            </a:r>
            <a:endParaRPr sz="1100"/>
          </a:p>
        </p:txBody>
      </p:sp>
      <p:sp>
        <p:nvSpPr>
          <p:cNvPr id="20" name="Shape 13">
            <a:extLst xmlns:a="http://schemas.openxmlformats.org/drawingml/2006/main">
              <a:ext uri="{FF2B5EF4-FFF2-40B4-BE49-F238E27FC236}">
                <a16:creationId xmlns:a16="http://schemas.microsoft.com/office/drawing/2014/main" id="{FAE96B3E-AA4E-45CE-9E4B-40845CDC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461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7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205e43c5b41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2461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2" name="Text 14">
            <a:extLst xmlns:a="http://schemas.openxmlformats.org/drawingml/2006/main">
              <a:ext uri="{FF2B5EF4-FFF2-40B4-BE49-F238E27FC236}">
                <a16:creationId xmlns:a16="http://schemas.microsoft.com/office/drawing/2014/main" id="{BADA35FC-5E81-490B-BF40-7FFA6540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0040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Izin execute check-status.sh aktif dengan chmod u+x.</a:t>
            </a:r>
            <a:endParaRPr sz="1100"/>
          </a:p>
        </p:txBody>
      </p:sp>
      <p:sp>
        <p:nvSpPr>
          <p:cNvPr id="23" name="Shape 15">
            <a:extLst xmlns:a="http://schemas.openxmlformats.org/drawingml/2006/main">
              <a:ext uri="{FF2B5EF4-FFF2-40B4-BE49-F238E27FC236}">
                <a16:creationId xmlns:a16="http://schemas.microsoft.com/office/drawing/2014/main" id="{E7CEA800-78AC-486D-8587-17DBA271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033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0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205e43c5b41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37033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5" name="Text 16">
            <a:extLst xmlns:a="http://schemas.openxmlformats.org/drawingml/2006/main">
              <a:ext uri="{FF2B5EF4-FFF2-40B4-BE49-F238E27FC236}">
                <a16:creationId xmlns:a16="http://schemas.microsoft.com/office/drawing/2014/main" id="{8CE6A8D7-68E3-4ACB-BE7C-A3ED26F4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5760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Input HTTP valid/invalid diproses dengan exit code tepat.</a:t>
            </a:r>
            <a:endParaRPr sz="1100"/>
          </a:p>
        </p:txBody>
      </p:sp>
      <p:sp>
        <p:nvSpPr>
          <p:cNvPr id="26" name="Shape 17">
            <a:extLst xmlns:a="http://schemas.openxmlformats.org/drawingml/2006/main">
              <a:ext uri="{FF2B5EF4-FFF2-40B4-BE49-F238E27FC236}">
                <a16:creationId xmlns:a16="http://schemas.microsoft.com/office/drawing/2014/main" id="{E02561BF-FF20-4BEA-9C72-8D29E839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3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205e43c5b41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160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2E8FAB4B-AB0B-45D3-979D-E3D4F989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1480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Redirection membuat errors.txt dan warn-count.txt.</a:t>
            </a:r>
            <a:endParaRPr sz="1100"/>
          </a:p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3D2D0817-8184-45CD-934E-926EEAFD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7720"/>
            <a:ext cx="274320" cy="274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12700">
            <a:solidFill>
              <a:srgbClr val="059669"/>
            </a:solidFill>
            <a:prstDash val="solid"/>
          </a:ln>
        </p:spPr>
      </p:sp>
      <p:pic>
        <p:nvPicPr>
          <p:cNvPr id="86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205e43c5b41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46177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31" name="Text 20">
            <a:extLst xmlns:a="http://schemas.openxmlformats.org/drawingml/2006/main">
              <a:ext uri="{FF2B5EF4-FFF2-40B4-BE49-F238E27FC236}">
                <a16:creationId xmlns:a16="http://schemas.microsoft.com/office/drawing/2014/main" id="{A2028D28-310A-4907-AC30-5DB7C72A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572000"/>
            <a:ext cx="5166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bash scripts/verify.sh memberi Hasil: 0 gagal.</a:t>
            </a:r>
            <a:endParaRPr sz="1100"/>
          </a:p>
        </p:txBody>
      </p:sp>
      <p:sp>
        <p:nvSpPr>
          <p:cNvPr id="32" name="Shape 21">
            <a:extLst xmlns:a="http://schemas.openxmlformats.org/drawingml/2006/main">
              <a:ext uri="{FF2B5EF4-FFF2-40B4-BE49-F238E27FC236}">
                <a16:creationId xmlns:a16="http://schemas.microsoft.com/office/drawing/2014/main" id="{929DC770-94AB-4BF1-8F8A-514ABCB9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pic>
        <p:nvPicPr>
          <p:cNvPr id="89" name="Imag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109bc61b9a47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155448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4" name="Text 22">
            <a:extLst xmlns:a="http://schemas.openxmlformats.org/drawingml/2006/main">
              <a:ext uri="{FF2B5EF4-FFF2-40B4-BE49-F238E27FC236}">
                <a16:creationId xmlns:a16="http://schemas.microsoft.com/office/drawing/2014/main" id="{50EC8E5A-2FE9-4C45-BFD4-4E590730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55448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APLIKASIKAN KE PROYEK</a:t>
            </a:r>
            <a:endParaRPr sz="1100"/>
          </a:p>
        </p:txBody>
      </p:sp>
      <p:sp>
        <p:nvSpPr>
          <p:cNvPr id="35" name="Text 23">
            <a:extLst xmlns:a="http://schemas.openxmlformats.org/drawingml/2006/main">
              <a:ext uri="{FF2B5EF4-FFF2-40B4-BE49-F238E27FC236}">
                <a16:creationId xmlns:a16="http://schemas.microsoft.com/office/drawing/2014/main" id="{ABB41B5E-1F30-42D7-B969-26A0C1E1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1680"/>
            <a:ext cx="5212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Kelompok 3 orang</a:t>
            </a:r>
            <a:endParaRPr sz="1400"/>
          </a:p>
        </p:txBody>
      </p:sp>
      <p:sp>
        <p:nvSpPr>
          <p:cNvPr id="36" name="Text 24">
            <a:extLst xmlns:a="http://schemas.openxmlformats.org/drawingml/2006/main">
              <a:ext uri="{FF2B5EF4-FFF2-40B4-BE49-F238E27FC236}">
                <a16:creationId xmlns:a16="http://schemas.microsoft.com/office/drawing/2014/main" id="{5F039B8D-F612-4A8C-ABE7-8DA30002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31720"/>
            <a:ext cx="52120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400"/>
              </a:spcAft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Pakai Bash untuk setup proyek</a:t>
            </a:r>
            <a:br/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Atur izin file dan secret</a:t>
            </a:r>
            <a:br/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Simpan catatan bila membantu</a:t>
            </a:r>
            <a:br/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[ ] Presentasi minggu 7 dan 14</a:t>
            </a:r>
            <a:endParaRPr sz="1100"/>
          </a:p>
        </p:txBody>
      </p:sp>
      <p:sp>
        <p:nvSpPr>
          <p:cNvPr id="37" name="Shape 25">
            <a:extLst xmlns:a="http://schemas.openxmlformats.org/drawingml/2006/main">
              <a:ext uri="{FF2B5EF4-FFF2-40B4-BE49-F238E27FC236}">
                <a16:creationId xmlns:a16="http://schemas.microsoft.com/office/drawing/2014/main" id="{8573C05C-56E1-4EA3-B54D-1EAEBCD0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840480"/>
            <a:ext cx="5486400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pic>
        <p:nvPicPr>
          <p:cNvPr id="94" name="Imag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e7d7784354b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397764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39" name="Text 26">
            <a:extLst xmlns:a="http://schemas.openxmlformats.org/drawingml/2006/main">
              <a:ext uri="{FF2B5EF4-FFF2-40B4-BE49-F238E27FC236}">
                <a16:creationId xmlns:a16="http://schemas.microsoft.com/office/drawing/2014/main" id="{F3A4C325-3544-41FE-9227-21D19545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97764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3 - MINGGU DEPAN</a:t>
            </a:r>
            <a:endParaRPr sz="1100"/>
          </a:p>
        </p:txBody>
      </p:sp>
      <p:sp>
        <p:nvSpPr>
          <p:cNvPr id="40" name="Text 27">
            <a:extLst xmlns:a="http://schemas.openxmlformats.org/drawingml/2006/main">
              <a:ext uri="{FF2B5EF4-FFF2-40B4-BE49-F238E27FC236}">
                <a16:creationId xmlns:a16="http://schemas.microsoft.com/office/drawing/2014/main" id="{40A2C1FB-5901-4B66-9D95-79338B5A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4840"/>
            <a:ext cx="5212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Networking Hands-On</a:t>
            </a:r>
            <a:endParaRPr sz="1400"/>
          </a:p>
        </p:txBody>
      </p:sp>
      <p:sp>
        <p:nvSpPr>
          <p:cNvPr id="41" name="Text 28">
            <a:extLst xmlns:a="http://schemas.openxmlformats.org/drawingml/2006/main">
              <a:ext uri="{FF2B5EF4-FFF2-40B4-BE49-F238E27FC236}">
                <a16:creationId xmlns:a16="http://schemas.microsoft.com/office/drawing/2014/main" id="{6772ACFD-4187-409B-A0A5-D53DE2B9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52120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DNS lookup, traceroute, ping, curl, port scan - dasar network engineer. Pertahankan WSL/Terminal Anda!</a:t>
            </a:r>
            <a:endParaRPr sz="1100"/>
          </a:p>
        </p:txBody>
      </p:sp>
      <p:sp>
        <p:nvSpPr>
          <p:cNvPr id="42" name="Shape 29">
            <a:extLst xmlns:a="http://schemas.openxmlformats.org/drawingml/2006/main">
              <a:ext uri="{FF2B5EF4-FFF2-40B4-BE49-F238E27FC236}">
                <a16:creationId xmlns:a16="http://schemas.microsoft.com/office/drawing/2014/main" id="{493A8F49-C1D9-424A-980A-6A5129CD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20640"/>
            <a:ext cx="54864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99" name="Imag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623ea2216248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5349240"/>
            <a:ext cx="640080" cy="640080"/>
          </a:xfrm>
          <a:prstGeom xmlns:a="http://schemas.openxmlformats.org/drawingml/2006/main" prst="rect">
            <a:avLst/>
          </a:prstGeom>
        </p:spPr>
      </p:pic>
      <p:sp>
        <p:nvSpPr>
          <p:cNvPr id="44" name="Text 30">
            <a:extLst xmlns:a="http://schemas.openxmlformats.org/drawingml/2006/main">
              <a:ext uri="{FF2B5EF4-FFF2-40B4-BE49-F238E27FC236}">
                <a16:creationId xmlns:a16="http://schemas.microsoft.com/office/drawing/2014/main" id="{940C01E7-E958-4811-9A87-E33F2215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16636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Pertanyaan?</a:t>
            </a:r>
            <a:endParaRPr sz="2200"/>
          </a:p>
        </p:txBody>
      </p:sp>
      <p:sp>
        <p:nvSpPr>
          <p:cNvPr id="45" name="Text 31">
            <a:extLst xmlns:a="http://schemas.openxmlformats.org/drawingml/2006/main">
              <a:ext uri="{FF2B5EF4-FFF2-40B4-BE49-F238E27FC236}">
                <a16:creationId xmlns:a16="http://schemas.microsoft.com/office/drawing/2014/main" id="{5D6E8825-B2DC-416E-979C-6F0573F6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66928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Tanya dosen saat kelas; panduan mahasiswa tersedia di repo.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53191616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999B268-767D-4B79-B803-BDED0C27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D936B71-FC99-47D6-B0F8-DCCC5110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823DDCA-CE6B-44B8-A1EC-FAFE6FF7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f436d03db46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0bd8d89d6943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05141FD-63CA-414A-8F39-AB8BCFAA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E520BE2-10F6-429E-B568-838F142E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Jalur kode Lab 02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AB9AE11-EBE7-4F7B-B6BD-9BDC33F8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Repo mandiri: github.com/SeedFlora/meet2CloudService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3E4C5C7-386D-44FC-AF56-41163382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5D540DF-A86C-4C3B-968C-A7426200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LANGKAH DI KELAS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</p:txBody>
      </p:sp>
      <p:pic>
        <p:nvPicPr>
          <p:cNvPr id="47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dea08139948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7A2003C-1751-46F7-B241-BDAF55C2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0604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Bash: Git Bash, WSL, Linux, macOS, Codespaces</a:t>
            </a:r>
            <a:endParaRPr sz="1100"/>
          </a:p>
        </p:txBody>
      </p:sp>
      <p:pic>
        <p:nvPicPr>
          <p:cNvPr id="49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08df71aa449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64408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7CA80693-8A68-4455-A4F5-EE2AEE38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172968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bash scripts/setup.sh; bash scripts/inspect.sh</a:t>
            </a:r>
            <a:endParaRPr sz="1100"/>
          </a:p>
        </p:txBody>
      </p:sp>
      <p:pic>
        <p:nvPicPr>
          <p:cNvPr id="51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11ed3ca4b144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831336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853B67F-F70A-4CF8-8F83-F27C6007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39896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Buat artefak di folder workspace/</a:t>
            </a:r>
            <a:endParaRPr sz="1100"/>
          </a:p>
        </p:txBody>
      </p:sp>
      <p:pic>
        <p:nvPicPr>
          <p:cNvPr id="53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947fbd2494e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398264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673762A9-293C-4638-BD8B-6CD6A740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306824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Isi check-status.sh; chmod u+x</a:t>
            </a:r>
            <a:endParaRPr sz="1100"/>
          </a:p>
        </p:txBody>
      </p:sp>
      <p:pic>
        <p:nvPicPr>
          <p:cNvPr id="55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03e686fff49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965192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541F8C3-F30D-4B85-B502-8E84CC85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873752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bash scripts/verify.sh hingga 0 gagal</a:t>
            </a:r>
            <a:endParaRPr sz="1100"/>
          </a:p>
        </p:txBody>
      </p:sp>
      <p:pic>
        <p:nvPicPr>
          <p:cNvPr id="57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ca913b8f34a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532120"/>
            <a:ext cx="320040" cy="320040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7066B6B8-1323-4056-9DC3-E0288AC58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40680"/>
            <a:ext cx="4663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Commit hasil/lab02.md dan bukti pribadi</a:t>
            </a:r>
            <a:endParaRPr sz="1100"/>
          </a:p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DE2614D4-1188-47CD-A3DA-A2D317ABD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5" name="Text 15">
            <a:extLst xmlns:a="http://schemas.openxmlformats.org/drawingml/2006/main">
              <a:ext uri="{FF2B5EF4-FFF2-40B4-BE49-F238E27FC236}">
                <a16:creationId xmlns:a16="http://schemas.microsoft.com/office/drawing/2014/main" id="{FB1DE273-76D9-4E73-A1FD-5E01A1F8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BERKAS PENDAMPING</a:t>
            </a: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6" name="Text 16">
            <a:extLst xmlns:a="http://schemas.openxmlformats.org/drawingml/2006/main">
              <a:ext uri="{FF2B5EF4-FFF2-40B4-BE49-F238E27FC236}">
                <a16:creationId xmlns:a16="http://schemas.microsoft.com/office/drawing/2014/main" id="{AA9B85D6-71F8-4280-9E2D-FCE3D7DC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README, MODUL_MAHASISWA, hasil/lab02.md, screenshots/</a:t>
            </a:r>
            <a:endParaRPr sz="1200"/>
          </a:p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C92B5F36-A7EB-4B0E-B185-88A60D91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28" name="Text 18">
            <a:extLst xmlns:a="http://schemas.openxmlformats.org/drawingml/2006/main">
              <a:ext uri="{FF2B5EF4-FFF2-40B4-BE49-F238E27FC236}">
                <a16:creationId xmlns:a16="http://schemas.microsoft.com/office/drawing/2014/main" id="{F496C4F0-02D0-4AF1-A1BF-4ACFF8EC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Kunci lengkap dan screenshot ada di modul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14670865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349AF8E-97F0-4CCE-8D7A-06E809EE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A3CF5C6-7E0C-47F4-884B-D71E8E9E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44B7BDC-0FA6-47E5-B526-6519E189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63740c6454d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e93429b89d4a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C49D9F0B-B868-41E7-851D-7BCAF9AD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32DEEE0-B104-43CB-A578-1D154579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Siapkan dan inspeksi workspace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CF1B181-D4A5-4715-8AFA-A40A3BAB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meet2CloudService  |  bukti: screenshots/lab02_setup_inspect.png</a:t>
            </a:r>
            <a:endParaRPr sz="1200"/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021475D-1148-C76A-2BC3-547F3CAE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55626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2" name="Picture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481682af144d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660" y="1536700"/>
            <a:ext cx="5199680" cy="4546600"/>
          </a:xfrm>
          <a:prstGeom xmlns:a="http://schemas.openxmlformats.org/drawingml/2006/main" prst="rect">
            <a:avLst/>
          </a:prstGeom>
        </p:spPr>
      </p:pic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2569745-EAEB-583F-44AF-833B0E8C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435100"/>
            <a:ext cx="55118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630B6432-AC3B-D55E-3753-849C8F80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1435100"/>
            <a:ext cx="55118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23E2F6D7-1C67-3AA2-EFA8-62226E49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100" y="1676400"/>
            <a:ext cx="5130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PERINTAH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15D7460E-1BEA-63EE-BDA4-8CFDB916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100" y="1917700"/>
            <a:ext cx="5130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92A44"/>
                </a:solidFill>
                <a:latin typeface="Consolas"/>
                <a:ea typeface="Consolas"/>
                <a:cs typeface="Consolas"/>
              </a:rPr>
              <a:t>bash scripts/setup.sh
bash scripts/inspect.sh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4559412D-71E7-74C4-3436-48F428E8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100" y="2895600"/>
            <a:ext cx="5130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FUNGSI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A48C5D8B-6B91-9474-2486-6075BEF2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100" y="3136900"/>
            <a:ext cx="5130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setup membuat data latihan; inspect membaca path, daftar berkas, CSV, log, dan WARN.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83BB1072-EB55-7257-CDFE-EC7211F3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100" y="4343400"/>
            <a:ext cx="5130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BACA SCREENSHOT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1B6EFB4B-1CE8-0525-6D17-5666B5BE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100" y="4584700"/>
            <a:ext cx="51308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Folder workspace/ tercipta; dua baris CSV, dua log terakhir, dan WARN = 2 terlihat.</a:t>
            </a:r>
          </a:p>
        </p:txBody>
      </p:sp>
    </p:spTree>
    <p:extLst>
      <p:ext uri="{BB962C8B-B14F-4D97-AF65-F5344CB8AC3E}">
        <p14:creationId xmlns:p14="http://schemas.microsoft.com/office/powerpoint/2010/main" val="3551684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9F2EB3-AFB2-484B-9FFF-FCF40AA4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9A5F9E8-7526-4139-B109-384EF9E7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1E1D40-7191-4E2B-89C4-296180A9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2e6dda7df24e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0a15ab224e47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D8EB3AF-11E8-4596-AC56-35526E05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937329E-F29F-4061-8003-147338E3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Telusuri path, izin, dan log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24AD039-BC53-46F5-AD55-9703A80B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Perintah relatif terhadap workspace/  |  screenshots/lab02_navigasi.png</a:t>
            </a:r>
            <a:endParaRPr sz="1200"/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0B5F3669-7DA7-4AAD-F707-AB86DD07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78105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2" name="Picture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831e2939f4c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6100" y="1809494"/>
            <a:ext cx="7632700" cy="4001012"/>
          </a:xfrm>
          <a:prstGeom xmlns:a="http://schemas.openxmlformats.org/drawingml/2006/main" prst="rect">
            <a:avLst/>
          </a:prstGeom>
        </p:spPr>
      </p:pic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9245063-073F-9035-A628-2FDDE9FE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1435100"/>
            <a:ext cx="32639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513EDD6-C9A5-35AC-A6A8-70929470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1435100"/>
            <a:ext cx="32639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5ED0BCB-9789-70AA-EC48-4FC411C0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16764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PERINTAH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595DFAEB-E038-D893-CDE8-B9ADF2D5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19177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92A44"/>
                </a:solidFill>
                <a:latin typeface="Consolas"/>
                <a:ea typeface="Consolas"/>
                <a:cs typeface="Consolas"/>
              </a:rPr>
              <a:t>pwd; ls -l
head -n 2 docs/requests.csv
tail -n 2 logs/app.log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D11421B9-088B-A0FD-2106-F2F093D3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31369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FUNGSI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4A99E58A-2DB2-AB53-C38F-33BC33E1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33782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Periksa lokasi, izin rwx, awal CSV, dan akhir log.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3B825E00-08A1-1F67-F4C5-DCB5CD27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45085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HASIL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E9F195CE-CB6C-DB27-E5C5-D02466D9C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47498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ERROR di log dapat dicari dengan grep untuk analisis incident.</a:t>
            </a:r>
          </a:p>
        </p:txBody>
      </p:sp>
    </p:spTree>
    <p:extLst>
      <p:ext uri="{BB962C8B-B14F-4D97-AF65-F5344CB8AC3E}">
        <p14:creationId xmlns:p14="http://schemas.microsoft.com/office/powerpoint/2010/main" val="4588590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36F858D-EE7B-464C-84DB-22FEB4C2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935D272-1042-441D-95F7-ED9D52DB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0A22E93-ECBA-4311-9619-A6EF4A81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ca603f6bf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6bc1c3b8a24c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337AC8A-63D8-474F-A91D-9D8B04E6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9A13EC3-26DC-4E71-A5A8-AF6E7303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Bangun artefak dengan pipe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80FEEF1-0749-4010-B06C-6A3C8591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kerja nyata  |  screenshots/lab02_artefak.png</a:t>
            </a:r>
            <a:endParaRPr sz="1200"/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C12FE11-E8BE-D2F0-D9C9-F08B3020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78105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2" name="Picture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a1fb69d58446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6100" y="1686386"/>
            <a:ext cx="7632700" cy="4247228"/>
          </a:xfrm>
          <a:prstGeom xmlns:a="http://schemas.openxmlformats.org/drawingml/2006/main" prst="rect">
            <a:avLst/>
          </a:prstGeom>
        </p:spPr>
      </p:pic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43326FA2-BB93-1D28-219C-70299374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1435100"/>
            <a:ext cx="32639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12C04060-775E-C9F4-1785-62428C43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1435100"/>
            <a:ext cx="32639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E98E27-C8FB-4DB2-6E9E-3472719F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16764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PERINTAH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772DD4E-4213-5802-DD05-C3FDB8F0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19177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92A44"/>
                </a:solidFill>
                <a:latin typeface="Consolas"/>
                <a:ea typeface="Consolas"/>
                <a:cs typeface="Consolas"/>
              </a:rPr>
              <a:t>grep 'ERROR' logs/app.log &gt; results/errors.txt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D6307059-9AB3-02F2-4A5F-049718B6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31115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FUNGSI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DCFFE152-AF3A-4B12-29AA-55A40480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33528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grep memilih baris; &gt; menyimpan output. Pipe dan wc -l menghitung WARN = 2.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D2CF913C-6468-1117-4C21-D36EA03E1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45974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HASIL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04670C91-F9A2-9F5C-9DC6-104B458A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0" y="4838700"/>
            <a:ext cx="28829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Periksa files dengan find dan cat; incident.txt mencatat interpretasi log.</a:t>
            </a:r>
          </a:p>
        </p:txBody>
      </p:sp>
    </p:spTree>
    <p:extLst>
      <p:ext uri="{BB962C8B-B14F-4D97-AF65-F5344CB8AC3E}">
        <p14:creationId xmlns:p14="http://schemas.microsoft.com/office/powerpoint/2010/main" val="126900110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AD6EC9F-193F-4FAE-9515-565D4B29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434D38-A7F6-4121-99BD-138248BE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6A29A77-82E3-4BD5-B249-512CA363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f1e20dfe748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96e0d8ae8c40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8C539D7C-2160-4ED2-872F-92BA4509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01B15C9-4BE1-43F8-80CA-CCF38BC4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Uji skrip Bash sampai lulus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FB5ECD4-DC0C-498E-B17F-83EEE173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Kunci lengkap ada di modul  |  bukti: screenshots/lab02_uji_terkini.png</a:t>
            </a:r>
            <a:endParaRPr sz="1200"/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CB38BBE0-15B3-8B73-4020-567D35EB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7800"/>
            <a:ext cx="7747000" cy="472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52" name="Picture 3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f17ce5fe2743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6100" y="1735748"/>
            <a:ext cx="7569200" cy="4148504"/>
          </a:xfrm>
          <a:prstGeom xmlns:a="http://schemas.openxmlformats.org/drawingml/2006/main" prst="rect">
            <a:avLst/>
          </a:prstGeom>
        </p:spPr>
      </p:pic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11A1ED4-51FD-C6B0-2277-6D2AFA75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435100"/>
            <a:ext cx="3327400" cy="473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273A598-7EB6-9C10-0B1C-EEBF7B85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435100"/>
            <a:ext cx="33274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FAD026C-2E28-BE33-9F61-4E0695B5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76400"/>
            <a:ext cx="29464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PERINTAH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B50811BE-47DD-B22F-A0DE-0D18C678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17700"/>
            <a:ext cx="29464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250">
                <a:solidFill>
                  <a:srgbClr val="192A44"/>
                </a:solidFill>
                <a:latin typeface="Consolas"/>
                <a:ea typeface="Consolas"/>
                <a:cs typeface="Consolas"/>
              </a:rPr>
              <a:t>cd workspace
chmod u+x scripts/check-status.sh
cd ..
bash scripts/verify.sh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F73FC4F-0655-80E9-5823-821D6FCE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24200"/>
            <a:ext cx="29464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FUNGSI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0DC85F5C-79CD-BF65-6520-AFA72D49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65500"/>
            <a:ext cx="29464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Verifier memeriksa berkas, permission, grep, pipe, dan klasifikasi HTTP.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3697D064-C17E-3AE3-0863-A1B425713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9464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BACA SCREENSHOT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F65FE5BA-F8B6-16EF-EB49-A35E0E44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75200"/>
            <a:ext cx="29464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420">
                <a:solidFill>
                  <a:srgbClr val="192A44"/>
                </a:solidFill>
                <a:latin typeface="Arial"/>
                <a:ea typeface="Arial"/>
                <a:cs typeface="Arial"/>
              </a:rPr>
              <a:t>Hasil: 0 gagal; status 99 ditolak dengan exit code 2. Commit hasil/lab02.md.</a:t>
            </a:r>
          </a:p>
        </p:txBody>
      </p:sp>
    </p:spTree>
    <p:extLst>
      <p:ext uri="{BB962C8B-B14F-4D97-AF65-F5344CB8AC3E}">
        <p14:creationId xmlns:p14="http://schemas.microsoft.com/office/powerpoint/2010/main" val="2811499213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E98FC9C-9E8C-473F-9C91-B510078A2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4E33C0-A9C3-42A5-B125-506F65E7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FB63208-FEB1-4E7D-9F9A-A17978BD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d4c8911a340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3ae5de28024b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30C40EB-5064-4916-A556-8D42D631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160B7A4-B1CF-42FC-862E-205A6B45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langkah 4 | kode status HTTP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F2194E0-AED4-4638-9D0E-F56DAA48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lima input, exit code, verifier  |  output aktual dari salinan solusi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KODE VALID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103/200/302/503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INPUT SALAH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99 keluar dengan kode 2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VERIFIER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Hasil: 0 gagal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9272e27236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47191" y="1490898"/>
            <a:ext cx="9672218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584635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DA0809A-EBD9-4C00-B7AA-0069A152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2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ACC4EAB-193F-4460-9A9D-E4CAA4B1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06B01BC-DB8D-4B1B-8504-7D52F81B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a15dee2d344b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9aec1866e2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1E2FEF8-E22A-4AA4-9E41-3E1DDB73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ACCE5AF-138C-42F0-A5AF-DFC66D13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Git | repo Lab 02 terbit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66975C1-17E0-4726-A6D7-4A26892A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Opsi -u menyimpan upstream; cocokkan SHA setelah push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TUJUAN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 = meet2CloudService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HASIL PUSH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 lokal = remote saat uji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MAHASISWA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git push -u origin main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f149a148af44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6439" y="1490898"/>
            <a:ext cx="9873722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96991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2026-10-07T19:08:45.5760000Z</dcterms:created>
  <dcterms:modified xsi:type="dcterms:W3CDTF">2026-10-07T19:08:45.5760000Z</dcterms:modified>
</coreProperties>
</file>